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7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8" r:id="rId3"/>
    <p:sldId id="259" r:id="rId4"/>
    <p:sldId id="260" r:id="rId5"/>
    <p:sldId id="261" r:id="rId6"/>
    <p:sldId id="311" r:id="rId7"/>
    <p:sldId id="262" r:id="rId8"/>
    <p:sldId id="263" r:id="rId9"/>
    <p:sldId id="264" r:id="rId10"/>
    <p:sldId id="317" r:id="rId11"/>
    <p:sldId id="315" r:id="rId12"/>
    <p:sldId id="316" r:id="rId13"/>
    <p:sldId id="279" r:id="rId14"/>
    <p:sldId id="286" r:id="rId15"/>
    <p:sldId id="265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9"/>
    </p:embeddedFont>
    <p:embeddedFont>
      <p:font typeface="Nunito Light" pitchFamily="2" charset="0"/>
      <p:regular r:id="rId20"/>
      <p:italic r:id="rId21"/>
    </p:embeddedFont>
    <p:embeddedFont>
      <p:font typeface="Quicksand" panose="020B0604020202020204" charset="0"/>
      <p:regular r:id="rId22"/>
      <p:bold r:id="rId23"/>
    </p:embeddedFont>
    <p:embeddedFont>
      <p:font typeface="Signika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3BBF02-12A3-4120-9F32-F4AF9B2349E9}">
  <a:tblStyle styleId="{273BBF02-12A3-4120-9F32-F4AF9B2349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17D9347-6BF5-41C8-83DC-3B21E545394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4" autoAdjust="0"/>
    <p:restoredTop sz="94694"/>
  </p:normalViewPr>
  <p:slideViewPr>
    <p:cSldViewPr snapToGrid="0">
      <p:cViewPr varScale="1">
        <p:scale>
          <a:sx n="202" d="100"/>
          <a:sy n="202" d="100"/>
        </p:scale>
        <p:origin x="51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FA1D529-3D83-51A1-B467-6308ADBCCC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DBD70E1-01FE-D3AF-F899-B26CA0F6DC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7C2A3-B6CA-4161-8416-C712BEE2BF11}" type="datetimeFigureOut">
              <a:rPr lang="es-ES" smtClean="0"/>
              <a:t>18/03/2024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CD5F95-7EB1-0358-C2F7-44B87A8394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1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02DABF-9450-57BE-46D8-4ECFC59526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E02BED-8290-4F9A-94BB-9E5DFDE677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75906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1de3b402da4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1de3b402da4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1b62a2b1d7_0_1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1b62a2b1d7_0_1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de3b402da4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1de3b402da4_0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de471238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de471238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8a0bcefca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18a0bcefca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18a0bcefca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18a0bcefca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218a0bcefca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18a0bcefca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218a0bcefca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218a0bcefca_1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de471238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de471238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338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de471238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de471238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3680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218a0bcefca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218a0bcefca_1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21b62a2b1d7_0_1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21b62a2b1d7_0_1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1de3b402da4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1de3b402da4_0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324250" y="1376400"/>
            <a:ext cx="5063700" cy="20850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390974" y="3500275"/>
            <a:ext cx="4700400" cy="475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9525" y="-47625"/>
            <a:ext cx="3676800" cy="5257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114300" y="257175"/>
            <a:ext cx="80325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0" y="4910100"/>
            <a:ext cx="46515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" name="Google Shape;14;p2"/>
          <p:cNvGrpSpPr/>
          <p:nvPr/>
        </p:nvGrpSpPr>
        <p:grpSpPr>
          <a:xfrm>
            <a:off x="8312450" y="195075"/>
            <a:ext cx="525800" cy="124200"/>
            <a:chOff x="8312450" y="195075"/>
            <a:chExt cx="525800" cy="124200"/>
          </a:xfrm>
        </p:grpSpPr>
        <p:sp>
          <p:nvSpPr>
            <p:cNvPr id="15" name="Google Shape;15;p2"/>
            <p:cNvSpPr/>
            <p:nvPr/>
          </p:nvSpPr>
          <p:spPr>
            <a:xfrm>
              <a:off x="8312450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513250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714050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3956000" y="4848000"/>
            <a:ext cx="525800" cy="124200"/>
            <a:chOff x="3956000" y="4848000"/>
            <a:chExt cx="525800" cy="124200"/>
          </a:xfrm>
        </p:grpSpPr>
        <p:sp>
          <p:nvSpPr>
            <p:cNvPr id="19" name="Google Shape;19;p2"/>
            <p:cNvSpPr/>
            <p:nvPr/>
          </p:nvSpPr>
          <p:spPr>
            <a:xfrm>
              <a:off x="3956000" y="48480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156800" y="48480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357600" y="48480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439775" y="2414400"/>
            <a:ext cx="6264600" cy="8418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3982201" y="1323975"/>
            <a:ext cx="1179600" cy="10335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439775" y="3256200"/>
            <a:ext cx="6264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720000" y="886050"/>
            <a:ext cx="5169600" cy="5727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720000" y="1991950"/>
            <a:ext cx="4683600" cy="20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0" y="0"/>
            <a:ext cx="619200" cy="51435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 flipH="1">
            <a:off x="8524800" y="0"/>
            <a:ext cx="619200" cy="51435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>
            <a:spLocks noGrp="1"/>
          </p:cNvSpPr>
          <p:nvPr>
            <p:ph type="title"/>
          </p:nvPr>
        </p:nvSpPr>
        <p:spPr>
          <a:xfrm>
            <a:off x="993975" y="1350500"/>
            <a:ext cx="4508100" cy="2529300"/>
          </a:xfrm>
          <a:prstGeom prst="rect">
            <a:avLst/>
          </a:prstGeom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1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76" name="Google Shape;76;p8"/>
          <p:cNvCxnSpPr/>
          <p:nvPr/>
        </p:nvCxnSpPr>
        <p:spPr>
          <a:xfrm rot="10800000">
            <a:off x="713225" y="-75"/>
            <a:ext cx="0" cy="5191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77;p8"/>
          <p:cNvCxnSpPr/>
          <p:nvPr/>
        </p:nvCxnSpPr>
        <p:spPr>
          <a:xfrm>
            <a:off x="-39250" y="539500"/>
            <a:ext cx="9243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8" name="Google Shape;78;p8"/>
          <p:cNvGrpSpPr/>
          <p:nvPr/>
        </p:nvGrpSpPr>
        <p:grpSpPr>
          <a:xfrm>
            <a:off x="8825150" y="732250"/>
            <a:ext cx="124200" cy="525800"/>
            <a:chOff x="202025" y="2122800"/>
            <a:chExt cx="124200" cy="525800"/>
          </a:xfrm>
        </p:grpSpPr>
        <p:sp>
          <p:nvSpPr>
            <p:cNvPr id="79" name="Google Shape;79;p8"/>
            <p:cNvSpPr/>
            <p:nvPr/>
          </p:nvSpPr>
          <p:spPr>
            <a:xfrm rot="5400000">
              <a:off x="202025" y="21228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5400000">
              <a:off x="202025" y="23236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rot="5400000">
              <a:off x="202025" y="25244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" name="Google Shape;82;p8"/>
          <p:cNvGrpSpPr/>
          <p:nvPr/>
        </p:nvGrpSpPr>
        <p:grpSpPr>
          <a:xfrm>
            <a:off x="271050" y="732250"/>
            <a:ext cx="124200" cy="525800"/>
            <a:chOff x="202025" y="2122800"/>
            <a:chExt cx="124200" cy="525800"/>
          </a:xfrm>
        </p:grpSpPr>
        <p:sp>
          <p:nvSpPr>
            <p:cNvPr id="83" name="Google Shape;83;p8"/>
            <p:cNvSpPr/>
            <p:nvPr/>
          </p:nvSpPr>
          <p:spPr>
            <a:xfrm rot="5400000">
              <a:off x="202025" y="21228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5400000">
              <a:off x="202025" y="23236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5400000">
              <a:off x="202025" y="25244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>
            <a:spLocks noGrp="1"/>
          </p:cNvSpPr>
          <p:nvPr>
            <p:ph type="title"/>
          </p:nvPr>
        </p:nvSpPr>
        <p:spPr>
          <a:xfrm>
            <a:off x="1381050" y="539500"/>
            <a:ext cx="6381900" cy="130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subTitle" idx="1"/>
          </p:nvPr>
        </p:nvSpPr>
        <p:spPr>
          <a:xfrm>
            <a:off x="1381050" y="1772125"/>
            <a:ext cx="6381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"/>
          </p:nvPr>
        </p:nvSpPr>
        <p:spPr>
          <a:xfrm>
            <a:off x="720000" y="22439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"/>
          </p:nvPr>
        </p:nvSpPr>
        <p:spPr>
          <a:xfrm>
            <a:off x="3419271" y="22439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3"/>
          </p:nvPr>
        </p:nvSpPr>
        <p:spPr>
          <a:xfrm>
            <a:off x="720000" y="40408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4"/>
          </p:nvPr>
        </p:nvSpPr>
        <p:spPr>
          <a:xfrm>
            <a:off x="3419271" y="40408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5"/>
          </p:nvPr>
        </p:nvSpPr>
        <p:spPr>
          <a:xfrm>
            <a:off x="6118549" y="22439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6"/>
          </p:nvPr>
        </p:nvSpPr>
        <p:spPr>
          <a:xfrm>
            <a:off x="6118549" y="40408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7" hasCustomPrompt="1"/>
          </p:nvPr>
        </p:nvSpPr>
        <p:spPr>
          <a:xfrm>
            <a:off x="818402" y="1136733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8" hasCustomPrompt="1"/>
          </p:nvPr>
        </p:nvSpPr>
        <p:spPr>
          <a:xfrm>
            <a:off x="818402" y="2941179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9" hasCustomPrompt="1"/>
          </p:nvPr>
        </p:nvSpPr>
        <p:spPr>
          <a:xfrm>
            <a:off x="3517677" y="1136733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13" hasCustomPrompt="1"/>
          </p:nvPr>
        </p:nvSpPr>
        <p:spPr>
          <a:xfrm>
            <a:off x="3517677" y="2941179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14" hasCustomPrompt="1"/>
          </p:nvPr>
        </p:nvSpPr>
        <p:spPr>
          <a:xfrm>
            <a:off x="6216952" y="1136733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15" hasCustomPrompt="1"/>
          </p:nvPr>
        </p:nvSpPr>
        <p:spPr>
          <a:xfrm>
            <a:off x="6216952" y="2941179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6"/>
          </p:nvPr>
        </p:nvSpPr>
        <p:spPr>
          <a:xfrm>
            <a:off x="720000" y="1641475"/>
            <a:ext cx="2305500" cy="7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7"/>
          </p:nvPr>
        </p:nvSpPr>
        <p:spPr>
          <a:xfrm>
            <a:off x="3419275" y="1641475"/>
            <a:ext cx="2305500" cy="7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18"/>
          </p:nvPr>
        </p:nvSpPr>
        <p:spPr>
          <a:xfrm>
            <a:off x="6118550" y="1641475"/>
            <a:ext cx="2305500" cy="7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19"/>
          </p:nvPr>
        </p:nvSpPr>
        <p:spPr>
          <a:xfrm>
            <a:off x="720000" y="3438525"/>
            <a:ext cx="2305500" cy="7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20"/>
          </p:nvPr>
        </p:nvSpPr>
        <p:spPr>
          <a:xfrm>
            <a:off x="3419275" y="3438525"/>
            <a:ext cx="2305500" cy="7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21"/>
          </p:nvPr>
        </p:nvSpPr>
        <p:spPr>
          <a:xfrm>
            <a:off x="6118550" y="3438525"/>
            <a:ext cx="2305500" cy="7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/>
          <p:nvPr/>
        </p:nvSpPr>
        <p:spPr>
          <a:xfrm rot="-5400000">
            <a:off x="4224225" y="261975"/>
            <a:ext cx="590700" cy="92487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3"/>
          <p:cNvSpPr/>
          <p:nvPr/>
        </p:nvSpPr>
        <p:spPr>
          <a:xfrm rot="5400000">
            <a:off x="4314750" y="-4314750"/>
            <a:ext cx="619200" cy="92487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1" name="Google Shape;131;p13"/>
          <p:cNvCxnSpPr/>
          <p:nvPr/>
        </p:nvCxnSpPr>
        <p:spPr>
          <a:xfrm>
            <a:off x="7105650" y="338100"/>
            <a:ext cx="24417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13"/>
          <p:cNvCxnSpPr/>
          <p:nvPr/>
        </p:nvCxnSpPr>
        <p:spPr>
          <a:xfrm>
            <a:off x="-180975" y="4862625"/>
            <a:ext cx="24417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" name="Google Shape;133;p13"/>
          <p:cNvGrpSpPr/>
          <p:nvPr/>
        </p:nvGrpSpPr>
        <p:grpSpPr>
          <a:xfrm>
            <a:off x="8721325" y="2122800"/>
            <a:ext cx="124200" cy="525800"/>
            <a:chOff x="8721325" y="2122800"/>
            <a:chExt cx="124200" cy="525800"/>
          </a:xfrm>
        </p:grpSpPr>
        <p:sp>
          <p:nvSpPr>
            <p:cNvPr id="134" name="Google Shape;134;p13"/>
            <p:cNvSpPr/>
            <p:nvPr/>
          </p:nvSpPr>
          <p:spPr>
            <a:xfrm rot="5400000">
              <a:off x="8721325" y="21228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 rot="5400000">
              <a:off x="8721325" y="23236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 rot="5400000">
              <a:off x="8721325" y="25244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13"/>
          <p:cNvGrpSpPr/>
          <p:nvPr/>
        </p:nvGrpSpPr>
        <p:grpSpPr>
          <a:xfrm>
            <a:off x="202025" y="2122800"/>
            <a:ext cx="124200" cy="525800"/>
            <a:chOff x="202025" y="2122800"/>
            <a:chExt cx="124200" cy="525800"/>
          </a:xfrm>
        </p:grpSpPr>
        <p:sp>
          <p:nvSpPr>
            <p:cNvPr id="138" name="Google Shape;138;p13"/>
            <p:cNvSpPr/>
            <p:nvPr/>
          </p:nvSpPr>
          <p:spPr>
            <a:xfrm rot="5400000">
              <a:off x="202025" y="21228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 rot="5400000">
              <a:off x="202025" y="23236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 rot="5400000">
              <a:off x="202025" y="25244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subTitle" idx="1"/>
          </p:nvPr>
        </p:nvSpPr>
        <p:spPr>
          <a:xfrm>
            <a:off x="4833150" y="3203900"/>
            <a:ext cx="2882100" cy="10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2"/>
          <p:cNvSpPr txBox="1">
            <a:spLocks noGrp="1"/>
          </p:cNvSpPr>
          <p:nvPr>
            <p:ph type="subTitle" idx="2"/>
          </p:nvPr>
        </p:nvSpPr>
        <p:spPr>
          <a:xfrm>
            <a:off x="1143100" y="3203900"/>
            <a:ext cx="2882100" cy="10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2"/>
          <p:cNvSpPr txBox="1">
            <a:spLocks noGrp="1"/>
          </p:cNvSpPr>
          <p:nvPr>
            <p:ph type="subTitle" idx="3"/>
          </p:nvPr>
        </p:nvSpPr>
        <p:spPr>
          <a:xfrm>
            <a:off x="1142975" y="2716275"/>
            <a:ext cx="2882100" cy="4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9" name="Google Shape;219;p22"/>
          <p:cNvSpPr txBox="1">
            <a:spLocks noGrp="1"/>
          </p:cNvSpPr>
          <p:nvPr>
            <p:ph type="subTitle" idx="4"/>
          </p:nvPr>
        </p:nvSpPr>
        <p:spPr>
          <a:xfrm>
            <a:off x="4833150" y="2716275"/>
            <a:ext cx="2882100" cy="4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0" name="Google Shape;220;p22"/>
          <p:cNvSpPr/>
          <p:nvPr/>
        </p:nvSpPr>
        <p:spPr>
          <a:xfrm rot="5400000">
            <a:off x="-89375" y="1341925"/>
            <a:ext cx="897600" cy="7764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2"/>
          <p:cNvSpPr/>
          <p:nvPr/>
        </p:nvSpPr>
        <p:spPr>
          <a:xfrm rot="-5400000" flipH="1">
            <a:off x="8307000" y="3008800"/>
            <a:ext cx="897600" cy="7764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22"/>
          <p:cNvGrpSpPr/>
          <p:nvPr/>
        </p:nvGrpSpPr>
        <p:grpSpPr>
          <a:xfrm>
            <a:off x="229900" y="539500"/>
            <a:ext cx="124200" cy="525800"/>
            <a:chOff x="202025" y="2122800"/>
            <a:chExt cx="124200" cy="525800"/>
          </a:xfrm>
        </p:grpSpPr>
        <p:sp>
          <p:nvSpPr>
            <p:cNvPr id="223" name="Google Shape;223;p22"/>
            <p:cNvSpPr/>
            <p:nvPr/>
          </p:nvSpPr>
          <p:spPr>
            <a:xfrm rot="5400000">
              <a:off x="202025" y="21228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2"/>
            <p:cNvSpPr/>
            <p:nvPr/>
          </p:nvSpPr>
          <p:spPr>
            <a:xfrm rot="5400000">
              <a:off x="202025" y="23236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2"/>
            <p:cNvSpPr/>
            <p:nvPr/>
          </p:nvSpPr>
          <p:spPr>
            <a:xfrm rot="5400000">
              <a:off x="202025" y="25244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" name="Google Shape;226;p22"/>
          <p:cNvGrpSpPr/>
          <p:nvPr/>
        </p:nvGrpSpPr>
        <p:grpSpPr>
          <a:xfrm>
            <a:off x="8761000" y="4341100"/>
            <a:ext cx="124200" cy="525800"/>
            <a:chOff x="202025" y="2122800"/>
            <a:chExt cx="124200" cy="525800"/>
          </a:xfrm>
        </p:grpSpPr>
        <p:sp>
          <p:nvSpPr>
            <p:cNvPr id="227" name="Google Shape;227;p22"/>
            <p:cNvSpPr/>
            <p:nvPr/>
          </p:nvSpPr>
          <p:spPr>
            <a:xfrm rot="5400000">
              <a:off x="202025" y="21228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2"/>
            <p:cNvSpPr/>
            <p:nvPr/>
          </p:nvSpPr>
          <p:spPr>
            <a:xfrm rot="5400000">
              <a:off x="202025" y="23236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2"/>
            <p:cNvSpPr/>
            <p:nvPr/>
          </p:nvSpPr>
          <p:spPr>
            <a:xfrm rot="5400000">
              <a:off x="202025" y="25244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3"/>
          <p:cNvSpPr txBox="1">
            <a:spLocks noGrp="1"/>
          </p:cNvSpPr>
          <p:nvPr>
            <p:ph type="subTitle" idx="1"/>
          </p:nvPr>
        </p:nvSpPr>
        <p:spPr>
          <a:xfrm>
            <a:off x="5099673" y="1400900"/>
            <a:ext cx="2947800" cy="32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3"/>
          <p:cNvSpPr txBox="1">
            <a:spLocks noGrp="1"/>
          </p:cNvSpPr>
          <p:nvPr>
            <p:ph type="subTitle" idx="2"/>
          </p:nvPr>
        </p:nvSpPr>
        <p:spPr>
          <a:xfrm>
            <a:off x="1096527" y="1400900"/>
            <a:ext cx="2947800" cy="32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4" name="Google Shape;234;p23"/>
          <p:cNvCxnSpPr/>
          <p:nvPr/>
        </p:nvCxnSpPr>
        <p:spPr>
          <a:xfrm rot="10800000">
            <a:off x="-28650" y="4769800"/>
            <a:ext cx="91965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" name="Google Shape;235;p23"/>
          <p:cNvSpPr/>
          <p:nvPr/>
        </p:nvSpPr>
        <p:spPr>
          <a:xfrm rot="5400000">
            <a:off x="36450" y="4415350"/>
            <a:ext cx="597900" cy="7089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23"/>
          <p:cNvGrpSpPr/>
          <p:nvPr/>
        </p:nvGrpSpPr>
        <p:grpSpPr>
          <a:xfrm>
            <a:off x="7904975" y="195075"/>
            <a:ext cx="525800" cy="124200"/>
            <a:chOff x="7904975" y="195075"/>
            <a:chExt cx="525800" cy="124200"/>
          </a:xfrm>
        </p:grpSpPr>
        <p:sp>
          <p:nvSpPr>
            <p:cNvPr id="237" name="Google Shape;237;p23"/>
            <p:cNvSpPr/>
            <p:nvPr/>
          </p:nvSpPr>
          <p:spPr>
            <a:xfrm>
              <a:off x="79049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81057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83065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" name="Google Shape;240;p23"/>
          <p:cNvGrpSpPr/>
          <p:nvPr/>
        </p:nvGrpSpPr>
        <p:grpSpPr>
          <a:xfrm>
            <a:off x="720000" y="195075"/>
            <a:ext cx="525800" cy="124200"/>
            <a:chOff x="7904975" y="195075"/>
            <a:chExt cx="525800" cy="124200"/>
          </a:xfrm>
        </p:grpSpPr>
        <p:sp>
          <p:nvSpPr>
            <p:cNvPr id="241" name="Google Shape;241;p23"/>
            <p:cNvSpPr/>
            <p:nvPr/>
          </p:nvSpPr>
          <p:spPr>
            <a:xfrm>
              <a:off x="79049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81057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83065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5"/>
          <p:cNvSpPr txBox="1">
            <a:spLocks noGrp="1"/>
          </p:cNvSpPr>
          <p:nvPr>
            <p:ph type="subTitle" idx="1"/>
          </p:nvPr>
        </p:nvSpPr>
        <p:spPr>
          <a:xfrm>
            <a:off x="901663" y="2953775"/>
            <a:ext cx="21918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5"/>
          <p:cNvSpPr txBox="1">
            <a:spLocks noGrp="1"/>
          </p:cNvSpPr>
          <p:nvPr>
            <p:ph type="subTitle" idx="2"/>
          </p:nvPr>
        </p:nvSpPr>
        <p:spPr>
          <a:xfrm>
            <a:off x="3458109" y="3513200"/>
            <a:ext cx="21918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5"/>
          <p:cNvSpPr txBox="1">
            <a:spLocks noGrp="1"/>
          </p:cNvSpPr>
          <p:nvPr>
            <p:ph type="subTitle" idx="3"/>
          </p:nvPr>
        </p:nvSpPr>
        <p:spPr>
          <a:xfrm>
            <a:off x="6014559" y="2953775"/>
            <a:ext cx="21918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5"/>
          <p:cNvSpPr txBox="1">
            <a:spLocks noGrp="1"/>
          </p:cNvSpPr>
          <p:nvPr>
            <p:ph type="subTitle" idx="4"/>
          </p:nvPr>
        </p:nvSpPr>
        <p:spPr>
          <a:xfrm>
            <a:off x="909913" y="2451725"/>
            <a:ext cx="2175300" cy="4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subTitle" idx="5"/>
          </p:nvPr>
        </p:nvSpPr>
        <p:spPr>
          <a:xfrm>
            <a:off x="3466359" y="3011150"/>
            <a:ext cx="2175300" cy="4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subTitle" idx="6"/>
          </p:nvPr>
        </p:nvSpPr>
        <p:spPr>
          <a:xfrm>
            <a:off x="6022809" y="2451725"/>
            <a:ext cx="2175300" cy="4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268" name="Google Shape;268;p25"/>
          <p:cNvCxnSpPr/>
          <p:nvPr/>
        </p:nvCxnSpPr>
        <p:spPr>
          <a:xfrm>
            <a:off x="342900" y="-47625"/>
            <a:ext cx="0" cy="52101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5"/>
          <p:cNvCxnSpPr/>
          <p:nvPr/>
        </p:nvCxnSpPr>
        <p:spPr>
          <a:xfrm>
            <a:off x="8772525" y="-47625"/>
            <a:ext cx="0" cy="52101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0" name="Google Shape;270;p25"/>
          <p:cNvGrpSpPr/>
          <p:nvPr/>
        </p:nvGrpSpPr>
        <p:grpSpPr>
          <a:xfrm>
            <a:off x="7904975" y="195075"/>
            <a:ext cx="525800" cy="124200"/>
            <a:chOff x="7904975" y="195075"/>
            <a:chExt cx="525800" cy="124200"/>
          </a:xfrm>
        </p:grpSpPr>
        <p:sp>
          <p:nvSpPr>
            <p:cNvPr id="271" name="Google Shape;271;p25"/>
            <p:cNvSpPr/>
            <p:nvPr/>
          </p:nvSpPr>
          <p:spPr>
            <a:xfrm>
              <a:off x="79049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81057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83065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" name="Google Shape;274;p25"/>
          <p:cNvGrpSpPr/>
          <p:nvPr/>
        </p:nvGrpSpPr>
        <p:grpSpPr>
          <a:xfrm>
            <a:off x="546675" y="195075"/>
            <a:ext cx="525800" cy="124200"/>
            <a:chOff x="546675" y="195075"/>
            <a:chExt cx="525800" cy="124200"/>
          </a:xfrm>
        </p:grpSpPr>
        <p:sp>
          <p:nvSpPr>
            <p:cNvPr id="275" name="Google Shape;275;p25"/>
            <p:cNvSpPr/>
            <p:nvPr/>
          </p:nvSpPr>
          <p:spPr>
            <a:xfrm>
              <a:off x="5466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7474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9482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" name="Google Shape;278;p25"/>
          <p:cNvGrpSpPr/>
          <p:nvPr/>
        </p:nvGrpSpPr>
        <p:grpSpPr>
          <a:xfrm>
            <a:off x="7904975" y="4862200"/>
            <a:ext cx="525800" cy="124200"/>
            <a:chOff x="7904975" y="195075"/>
            <a:chExt cx="525800" cy="124200"/>
          </a:xfrm>
        </p:grpSpPr>
        <p:sp>
          <p:nvSpPr>
            <p:cNvPr id="279" name="Google Shape;279;p25"/>
            <p:cNvSpPr/>
            <p:nvPr/>
          </p:nvSpPr>
          <p:spPr>
            <a:xfrm>
              <a:off x="79049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81057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83065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" name="Google Shape;282;p25"/>
          <p:cNvGrpSpPr/>
          <p:nvPr/>
        </p:nvGrpSpPr>
        <p:grpSpPr>
          <a:xfrm>
            <a:off x="546675" y="4862200"/>
            <a:ext cx="525800" cy="124200"/>
            <a:chOff x="546675" y="195075"/>
            <a:chExt cx="525800" cy="124200"/>
          </a:xfrm>
        </p:grpSpPr>
        <p:sp>
          <p:nvSpPr>
            <p:cNvPr id="283" name="Google Shape;283;p25"/>
            <p:cNvSpPr/>
            <p:nvPr/>
          </p:nvSpPr>
          <p:spPr>
            <a:xfrm>
              <a:off x="5466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7474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9482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402" name="Google Shape;402;p32"/>
          <p:cNvCxnSpPr/>
          <p:nvPr/>
        </p:nvCxnSpPr>
        <p:spPr>
          <a:xfrm>
            <a:off x="8451875" y="-75"/>
            <a:ext cx="0" cy="51912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32"/>
          <p:cNvCxnSpPr/>
          <p:nvPr/>
        </p:nvCxnSpPr>
        <p:spPr>
          <a:xfrm rot="10800000">
            <a:off x="-39250" y="4651550"/>
            <a:ext cx="92436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4" name="Google Shape;404;p32"/>
          <p:cNvGrpSpPr/>
          <p:nvPr/>
        </p:nvGrpSpPr>
        <p:grpSpPr>
          <a:xfrm>
            <a:off x="546675" y="195075"/>
            <a:ext cx="525800" cy="124200"/>
            <a:chOff x="546675" y="195075"/>
            <a:chExt cx="525800" cy="124200"/>
          </a:xfrm>
        </p:grpSpPr>
        <p:sp>
          <p:nvSpPr>
            <p:cNvPr id="405" name="Google Shape;405;p32"/>
            <p:cNvSpPr/>
            <p:nvPr/>
          </p:nvSpPr>
          <p:spPr>
            <a:xfrm>
              <a:off x="5466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7474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2"/>
            <p:cNvSpPr/>
            <p:nvPr/>
          </p:nvSpPr>
          <p:spPr>
            <a:xfrm>
              <a:off x="9482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" name="Google Shape;408;p32"/>
          <p:cNvGrpSpPr/>
          <p:nvPr/>
        </p:nvGrpSpPr>
        <p:grpSpPr>
          <a:xfrm>
            <a:off x="7771375" y="195075"/>
            <a:ext cx="525800" cy="124200"/>
            <a:chOff x="546675" y="195075"/>
            <a:chExt cx="525800" cy="124200"/>
          </a:xfrm>
        </p:grpSpPr>
        <p:sp>
          <p:nvSpPr>
            <p:cNvPr id="409" name="Google Shape;409;p32"/>
            <p:cNvSpPr/>
            <p:nvPr/>
          </p:nvSpPr>
          <p:spPr>
            <a:xfrm>
              <a:off x="5466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7474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9482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412;p32"/>
          <p:cNvGrpSpPr/>
          <p:nvPr/>
        </p:nvGrpSpPr>
        <p:grpSpPr>
          <a:xfrm>
            <a:off x="546675" y="4864913"/>
            <a:ext cx="525800" cy="124200"/>
            <a:chOff x="546675" y="195075"/>
            <a:chExt cx="525800" cy="124200"/>
          </a:xfrm>
        </p:grpSpPr>
        <p:sp>
          <p:nvSpPr>
            <p:cNvPr id="413" name="Google Shape;413;p32"/>
            <p:cNvSpPr/>
            <p:nvPr/>
          </p:nvSpPr>
          <p:spPr>
            <a:xfrm>
              <a:off x="5466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7474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9482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6" name="Google Shape;416;p32"/>
          <p:cNvGrpSpPr/>
          <p:nvPr/>
        </p:nvGrpSpPr>
        <p:grpSpPr>
          <a:xfrm>
            <a:off x="7771375" y="4864913"/>
            <a:ext cx="525800" cy="124200"/>
            <a:chOff x="546675" y="195075"/>
            <a:chExt cx="525800" cy="124200"/>
          </a:xfrm>
        </p:grpSpPr>
        <p:sp>
          <p:nvSpPr>
            <p:cNvPr id="417" name="Google Shape;417;p32"/>
            <p:cNvSpPr/>
            <p:nvPr/>
          </p:nvSpPr>
          <p:spPr>
            <a:xfrm>
              <a:off x="5466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2"/>
            <p:cNvSpPr/>
            <p:nvPr/>
          </p:nvSpPr>
          <p:spPr>
            <a:xfrm>
              <a:off x="7474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9482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dk2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7"/>
          <p:cNvSpPr/>
          <p:nvPr/>
        </p:nvSpPr>
        <p:spPr>
          <a:xfrm>
            <a:off x="3175" y="0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8"/>
          <p:cNvSpPr/>
          <p:nvPr/>
        </p:nvSpPr>
        <p:spPr>
          <a:xfrm>
            <a:off x="0" y="0"/>
            <a:ext cx="783600" cy="5143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8"/>
          <p:cNvSpPr/>
          <p:nvPr/>
        </p:nvSpPr>
        <p:spPr>
          <a:xfrm rot="10800000" flipH="1">
            <a:off x="8305800" y="0"/>
            <a:ext cx="783600" cy="5143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ignika"/>
              <a:buNone/>
              <a:defRPr sz="35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ignika"/>
              <a:buNone/>
              <a:defRPr sz="35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ignika"/>
              <a:buNone/>
              <a:defRPr sz="35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ignika"/>
              <a:buNone/>
              <a:defRPr sz="35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ignika"/>
              <a:buNone/>
              <a:defRPr sz="35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ignika"/>
              <a:buNone/>
              <a:defRPr sz="35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ignika"/>
              <a:buNone/>
              <a:defRPr sz="35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ignika"/>
              <a:buNone/>
              <a:defRPr sz="35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ignika"/>
              <a:buNone/>
              <a:defRPr sz="35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68" r:id="rId8"/>
    <p:sldLayoutId id="2147483669" r:id="rId9"/>
    <p:sldLayoutId id="2147483671" r:id="rId10"/>
    <p:sldLayoutId id="2147483678" r:id="rId11"/>
    <p:sldLayoutId id="2147483683" r:id="rId12"/>
    <p:sldLayoutId id="2147483684" r:id="rId1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qpx8adqciSuP1AzI5S18Z3OwS0qUAx22DrWPDYoQOiA/co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2"/>
          <p:cNvSpPr txBox="1">
            <a:spLocks noGrp="1"/>
          </p:cNvSpPr>
          <p:nvPr>
            <p:ph type="ctrTitle"/>
          </p:nvPr>
        </p:nvSpPr>
        <p:spPr>
          <a:xfrm>
            <a:off x="3266857" y="2093819"/>
            <a:ext cx="5575345" cy="208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dirty="0"/>
              <a:t>E</a:t>
            </a:r>
            <a:r>
              <a:rPr lang="en" sz="3600" dirty="0"/>
              <a:t>volución del uso del teléfono fijo en los hogares españoles</a:t>
            </a:r>
            <a:br>
              <a:rPr lang="en" sz="3200" dirty="0"/>
            </a:br>
            <a:r>
              <a:rPr lang="en" dirty="0"/>
              <a:t> </a:t>
            </a:r>
            <a:endParaRPr dirty="0"/>
          </a:p>
        </p:txBody>
      </p:sp>
      <p:sp>
        <p:nvSpPr>
          <p:cNvPr id="494" name="Google Shape;494;p42"/>
          <p:cNvSpPr txBox="1">
            <a:spLocks noGrp="1"/>
          </p:cNvSpPr>
          <p:nvPr>
            <p:ph type="subTitle" idx="1"/>
          </p:nvPr>
        </p:nvSpPr>
        <p:spPr>
          <a:xfrm>
            <a:off x="3390974" y="3500275"/>
            <a:ext cx="4700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s-ES" sz="1200" b="1" i="0" dirty="0">
                <a:solidFill>
                  <a:srgbClr val="1D2125"/>
                </a:solidFill>
                <a:effectLst/>
                <a:latin typeface="Signika" panose="020B0604020202020204" charset="0"/>
              </a:rPr>
              <a:t>Adopción y uso de TIC por parte de hogares e individuos en España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grpSp>
        <p:nvGrpSpPr>
          <p:cNvPr id="495" name="Google Shape;495;p42"/>
          <p:cNvGrpSpPr/>
          <p:nvPr/>
        </p:nvGrpSpPr>
        <p:grpSpPr>
          <a:xfrm>
            <a:off x="927111" y="643806"/>
            <a:ext cx="799119" cy="3437698"/>
            <a:chOff x="238125" y="1215275"/>
            <a:chExt cx="760125" cy="3269950"/>
          </a:xfrm>
        </p:grpSpPr>
        <p:sp>
          <p:nvSpPr>
            <p:cNvPr id="496" name="Google Shape;496;p42"/>
            <p:cNvSpPr/>
            <p:nvPr/>
          </p:nvSpPr>
          <p:spPr>
            <a:xfrm>
              <a:off x="238125" y="1863300"/>
              <a:ext cx="760125" cy="959950"/>
            </a:xfrm>
            <a:custGeom>
              <a:avLst/>
              <a:gdLst/>
              <a:ahLst/>
              <a:cxnLst/>
              <a:rect l="l" t="t" r="r" b="b"/>
              <a:pathLst>
                <a:path w="30405" h="38398" extrusionOk="0">
                  <a:moveTo>
                    <a:pt x="3605" y="1"/>
                  </a:moveTo>
                  <a:cubicBezTo>
                    <a:pt x="1620" y="1"/>
                    <a:pt x="0" y="1621"/>
                    <a:pt x="0" y="3619"/>
                  </a:cubicBezTo>
                  <a:lnTo>
                    <a:pt x="0" y="38398"/>
                  </a:lnTo>
                  <a:lnTo>
                    <a:pt x="30404" y="38398"/>
                  </a:lnTo>
                  <a:lnTo>
                    <a:pt x="30404" y="3619"/>
                  </a:lnTo>
                  <a:cubicBezTo>
                    <a:pt x="30404" y="1621"/>
                    <a:pt x="28784" y="1"/>
                    <a:pt x="26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2"/>
            <p:cNvSpPr/>
            <p:nvPr/>
          </p:nvSpPr>
          <p:spPr>
            <a:xfrm>
              <a:off x="283675" y="1921025"/>
              <a:ext cx="669000" cy="902225"/>
            </a:xfrm>
            <a:custGeom>
              <a:avLst/>
              <a:gdLst/>
              <a:ahLst/>
              <a:cxnLst/>
              <a:rect l="l" t="t" r="r" b="b"/>
              <a:pathLst>
                <a:path w="26760" h="36089" extrusionOk="0">
                  <a:moveTo>
                    <a:pt x="3173" y="1"/>
                  </a:moveTo>
                  <a:cubicBezTo>
                    <a:pt x="1418" y="1"/>
                    <a:pt x="1" y="1418"/>
                    <a:pt x="1" y="3173"/>
                  </a:cubicBezTo>
                  <a:lnTo>
                    <a:pt x="1" y="36089"/>
                  </a:lnTo>
                  <a:lnTo>
                    <a:pt x="26760" y="36089"/>
                  </a:lnTo>
                  <a:lnTo>
                    <a:pt x="26760" y="3173"/>
                  </a:lnTo>
                  <a:cubicBezTo>
                    <a:pt x="26760" y="1418"/>
                    <a:pt x="25329" y="1"/>
                    <a:pt x="23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2"/>
            <p:cNvSpPr/>
            <p:nvPr/>
          </p:nvSpPr>
          <p:spPr>
            <a:xfrm>
              <a:off x="238125" y="2823225"/>
              <a:ext cx="760125" cy="244050"/>
            </a:xfrm>
            <a:custGeom>
              <a:avLst/>
              <a:gdLst/>
              <a:ahLst/>
              <a:cxnLst/>
              <a:rect l="l" t="t" r="r" b="b"/>
              <a:pathLst>
                <a:path w="30405" h="9762" extrusionOk="0">
                  <a:moveTo>
                    <a:pt x="0" y="1"/>
                  </a:moveTo>
                  <a:lnTo>
                    <a:pt x="1472" y="9762"/>
                  </a:lnTo>
                  <a:lnTo>
                    <a:pt x="28933" y="9762"/>
                  </a:lnTo>
                  <a:lnTo>
                    <a:pt x="30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2"/>
            <p:cNvSpPr/>
            <p:nvPr/>
          </p:nvSpPr>
          <p:spPr>
            <a:xfrm>
              <a:off x="283675" y="2823225"/>
              <a:ext cx="669000" cy="244050"/>
            </a:xfrm>
            <a:custGeom>
              <a:avLst/>
              <a:gdLst/>
              <a:ahLst/>
              <a:cxnLst/>
              <a:rect l="l" t="t" r="r" b="b"/>
              <a:pathLst>
                <a:path w="26760" h="9762" extrusionOk="0">
                  <a:moveTo>
                    <a:pt x="1" y="1"/>
                  </a:moveTo>
                  <a:lnTo>
                    <a:pt x="1189" y="9762"/>
                  </a:lnTo>
                  <a:lnTo>
                    <a:pt x="25572" y="9762"/>
                  </a:lnTo>
                  <a:lnTo>
                    <a:pt x="267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2"/>
            <p:cNvSpPr/>
            <p:nvPr/>
          </p:nvSpPr>
          <p:spPr>
            <a:xfrm>
              <a:off x="274900" y="3067250"/>
              <a:ext cx="686550" cy="999100"/>
            </a:xfrm>
            <a:custGeom>
              <a:avLst/>
              <a:gdLst/>
              <a:ahLst/>
              <a:cxnLst/>
              <a:rect l="l" t="t" r="r" b="b"/>
              <a:pathLst>
                <a:path w="27462" h="39964" extrusionOk="0">
                  <a:moveTo>
                    <a:pt x="1" y="1"/>
                  </a:moveTo>
                  <a:lnTo>
                    <a:pt x="1" y="39964"/>
                  </a:lnTo>
                  <a:lnTo>
                    <a:pt x="27462" y="39964"/>
                  </a:lnTo>
                  <a:lnTo>
                    <a:pt x="274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2"/>
            <p:cNvSpPr/>
            <p:nvPr/>
          </p:nvSpPr>
          <p:spPr>
            <a:xfrm>
              <a:off x="274900" y="4066325"/>
              <a:ext cx="686550" cy="418900"/>
            </a:xfrm>
            <a:custGeom>
              <a:avLst/>
              <a:gdLst/>
              <a:ahLst/>
              <a:cxnLst/>
              <a:rect l="l" t="t" r="r" b="b"/>
              <a:pathLst>
                <a:path w="27462" h="16756" extrusionOk="0">
                  <a:moveTo>
                    <a:pt x="1" y="1"/>
                  </a:moveTo>
                  <a:lnTo>
                    <a:pt x="1958" y="10815"/>
                  </a:lnTo>
                  <a:lnTo>
                    <a:pt x="1958" y="14460"/>
                  </a:lnTo>
                  <a:cubicBezTo>
                    <a:pt x="1958" y="15729"/>
                    <a:pt x="2984" y="16755"/>
                    <a:pt x="4253" y="16755"/>
                  </a:cubicBezTo>
                  <a:lnTo>
                    <a:pt x="23209" y="16755"/>
                  </a:lnTo>
                  <a:cubicBezTo>
                    <a:pt x="24465" y="16755"/>
                    <a:pt x="25491" y="15729"/>
                    <a:pt x="25491" y="14460"/>
                  </a:cubicBezTo>
                  <a:lnTo>
                    <a:pt x="25491" y="10815"/>
                  </a:lnTo>
                  <a:lnTo>
                    <a:pt x="274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2"/>
            <p:cNvSpPr/>
            <p:nvPr/>
          </p:nvSpPr>
          <p:spPr>
            <a:xfrm>
              <a:off x="699175" y="1737075"/>
              <a:ext cx="147175" cy="126250"/>
            </a:xfrm>
            <a:custGeom>
              <a:avLst/>
              <a:gdLst/>
              <a:ahLst/>
              <a:cxnLst/>
              <a:rect l="l" t="t" r="r" b="b"/>
              <a:pathLst>
                <a:path w="5887" h="5050" extrusionOk="0">
                  <a:moveTo>
                    <a:pt x="0" y="1"/>
                  </a:moveTo>
                  <a:lnTo>
                    <a:pt x="0" y="5050"/>
                  </a:lnTo>
                  <a:lnTo>
                    <a:pt x="5887" y="5050"/>
                  </a:lnTo>
                  <a:lnTo>
                    <a:pt x="5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2"/>
            <p:cNvSpPr/>
            <p:nvPr/>
          </p:nvSpPr>
          <p:spPr>
            <a:xfrm>
              <a:off x="729550" y="1215275"/>
              <a:ext cx="86425" cy="521825"/>
            </a:xfrm>
            <a:custGeom>
              <a:avLst/>
              <a:gdLst/>
              <a:ahLst/>
              <a:cxnLst/>
              <a:rect l="l" t="t" r="r" b="b"/>
              <a:pathLst>
                <a:path w="3457" h="20873" extrusionOk="0">
                  <a:moveTo>
                    <a:pt x="1729" y="0"/>
                  </a:moveTo>
                  <a:cubicBezTo>
                    <a:pt x="1081" y="0"/>
                    <a:pt x="554" y="513"/>
                    <a:pt x="541" y="1148"/>
                  </a:cubicBezTo>
                  <a:lnTo>
                    <a:pt x="1" y="20873"/>
                  </a:lnTo>
                  <a:lnTo>
                    <a:pt x="3457" y="20873"/>
                  </a:lnTo>
                  <a:lnTo>
                    <a:pt x="2903" y="1148"/>
                  </a:lnTo>
                  <a:cubicBezTo>
                    <a:pt x="2890" y="513"/>
                    <a:pt x="2363" y="0"/>
                    <a:pt x="172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2"/>
            <p:cNvSpPr/>
            <p:nvPr/>
          </p:nvSpPr>
          <p:spPr>
            <a:xfrm>
              <a:off x="313375" y="3067250"/>
              <a:ext cx="609600" cy="999100"/>
            </a:xfrm>
            <a:custGeom>
              <a:avLst/>
              <a:gdLst/>
              <a:ahLst/>
              <a:cxnLst/>
              <a:rect l="l" t="t" r="r" b="b"/>
              <a:pathLst>
                <a:path w="24384" h="39964" extrusionOk="0">
                  <a:moveTo>
                    <a:pt x="1" y="1"/>
                  </a:moveTo>
                  <a:lnTo>
                    <a:pt x="1" y="39964"/>
                  </a:lnTo>
                  <a:lnTo>
                    <a:pt x="24384" y="39964"/>
                  </a:lnTo>
                  <a:lnTo>
                    <a:pt x="24384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2"/>
            <p:cNvSpPr/>
            <p:nvPr/>
          </p:nvSpPr>
          <p:spPr>
            <a:xfrm>
              <a:off x="313375" y="4066325"/>
              <a:ext cx="609600" cy="351400"/>
            </a:xfrm>
            <a:custGeom>
              <a:avLst/>
              <a:gdLst/>
              <a:ahLst/>
              <a:cxnLst/>
              <a:rect l="l" t="t" r="r" b="b"/>
              <a:pathLst>
                <a:path w="24384" h="14056" extrusionOk="0">
                  <a:moveTo>
                    <a:pt x="1" y="1"/>
                  </a:moveTo>
                  <a:lnTo>
                    <a:pt x="2282" y="14055"/>
                  </a:lnTo>
                  <a:lnTo>
                    <a:pt x="22413" y="14055"/>
                  </a:lnTo>
                  <a:lnTo>
                    <a:pt x="24384" y="1"/>
                  </a:lnTo>
                  <a:close/>
                </a:path>
              </a:pathLst>
            </a:custGeom>
            <a:solidFill>
              <a:srgbClr val="444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2"/>
            <p:cNvSpPr/>
            <p:nvPr/>
          </p:nvSpPr>
          <p:spPr>
            <a:xfrm>
              <a:off x="386275" y="2059400"/>
              <a:ext cx="463800" cy="611300"/>
            </a:xfrm>
            <a:custGeom>
              <a:avLst/>
              <a:gdLst/>
              <a:ahLst/>
              <a:cxnLst/>
              <a:rect l="l" t="t" r="r" b="b"/>
              <a:pathLst>
                <a:path w="18552" h="24452" extrusionOk="0">
                  <a:moveTo>
                    <a:pt x="2269" y="1"/>
                  </a:moveTo>
                  <a:cubicBezTo>
                    <a:pt x="1014" y="1"/>
                    <a:pt x="1" y="1000"/>
                    <a:pt x="1" y="2256"/>
                  </a:cubicBezTo>
                  <a:lnTo>
                    <a:pt x="1" y="22183"/>
                  </a:lnTo>
                  <a:cubicBezTo>
                    <a:pt x="1" y="23439"/>
                    <a:pt x="1014" y="24451"/>
                    <a:pt x="2269" y="24451"/>
                  </a:cubicBezTo>
                  <a:lnTo>
                    <a:pt x="16283" y="24451"/>
                  </a:lnTo>
                  <a:cubicBezTo>
                    <a:pt x="17539" y="24451"/>
                    <a:pt x="18551" y="23439"/>
                    <a:pt x="18551" y="22183"/>
                  </a:cubicBezTo>
                  <a:lnTo>
                    <a:pt x="18551" y="2256"/>
                  </a:lnTo>
                  <a:cubicBezTo>
                    <a:pt x="18551" y="1000"/>
                    <a:pt x="17539" y="1"/>
                    <a:pt x="16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2"/>
            <p:cNvSpPr/>
            <p:nvPr/>
          </p:nvSpPr>
          <p:spPr>
            <a:xfrm>
              <a:off x="5729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rgbClr val="3329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2"/>
            <p:cNvSpPr/>
            <p:nvPr/>
          </p:nvSpPr>
          <p:spPr>
            <a:xfrm>
              <a:off x="4470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594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2"/>
            <p:cNvSpPr/>
            <p:nvPr/>
          </p:nvSpPr>
          <p:spPr>
            <a:xfrm>
              <a:off x="5729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2"/>
            <p:cNvSpPr/>
            <p:nvPr/>
          </p:nvSpPr>
          <p:spPr>
            <a:xfrm>
              <a:off x="699175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10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3" y="2706"/>
                    <a:pt x="1794" y="2706"/>
                  </a:cubicBezTo>
                  <a:cubicBezTo>
                    <a:pt x="2490" y="2706"/>
                    <a:pt x="3160" y="2164"/>
                    <a:pt x="3160" y="1350"/>
                  </a:cubicBezTo>
                  <a:cubicBezTo>
                    <a:pt x="3160" y="608"/>
                    <a:pt x="2552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2"/>
            <p:cNvSpPr/>
            <p:nvPr/>
          </p:nvSpPr>
          <p:spPr>
            <a:xfrm>
              <a:off x="447050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594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2"/>
            <p:cNvSpPr/>
            <p:nvPr/>
          </p:nvSpPr>
          <p:spPr>
            <a:xfrm>
              <a:off x="572950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2"/>
            <p:cNvSpPr/>
            <p:nvPr/>
          </p:nvSpPr>
          <p:spPr>
            <a:xfrm>
              <a:off x="699175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10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3" y="2706"/>
                    <a:pt x="1794" y="2706"/>
                  </a:cubicBezTo>
                  <a:cubicBezTo>
                    <a:pt x="2490" y="2706"/>
                    <a:pt x="3160" y="2164"/>
                    <a:pt x="3160" y="1350"/>
                  </a:cubicBezTo>
                  <a:cubicBezTo>
                    <a:pt x="3160" y="608"/>
                    <a:pt x="2552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2"/>
            <p:cNvSpPr/>
            <p:nvPr/>
          </p:nvSpPr>
          <p:spPr>
            <a:xfrm>
              <a:off x="447050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09" y="1"/>
                  </a:moveTo>
                  <a:cubicBezTo>
                    <a:pt x="594" y="1"/>
                    <a:pt x="0" y="1459"/>
                    <a:pt x="851" y="2310"/>
                  </a:cubicBezTo>
                  <a:cubicBezTo>
                    <a:pt x="1125" y="2584"/>
                    <a:pt x="1462" y="2707"/>
                    <a:pt x="1794" y="2707"/>
                  </a:cubicBezTo>
                  <a:cubicBezTo>
                    <a:pt x="2490" y="2707"/>
                    <a:pt x="3159" y="2165"/>
                    <a:pt x="3159" y="1351"/>
                  </a:cubicBezTo>
                  <a:cubicBezTo>
                    <a:pt x="3159" y="609"/>
                    <a:pt x="2552" y="1"/>
                    <a:pt x="1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2"/>
            <p:cNvSpPr/>
            <p:nvPr/>
          </p:nvSpPr>
          <p:spPr>
            <a:xfrm>
              <a:off x="572950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09" y="1"/>
                  </a:moveTo>
                  <a:cubicBezTo>
                    <a:pt x="608" y="1"/>
                    <a:pt x="0" y="1459"/>
                    <a:pt x="851" y="2310"/>
                  </a:cubicBezTo>
                  <a:cubicBezTo>
                    <a:pt x="1125" y="2584"/>
                    <a:pt x="1462" y="2707"/>
                    <a:pt x="1794" y="2707"/>
                  </a:cubicBezTo>
                  <a:cubicBezTo>
                    <a:pt x="2490" y="2707"/>
                    <a:pt x="3159" y="2165"/>
                    <a:pt x="3159" y="1351"/>
                  </a:cubicBezTo>
                  <a:cubicBezTo>
                    <a:pt x="3159" y="609"/>
                    <a:pt x="2552" y="1"/>
                    <a:pt x="1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2"/>
            <p:cNvSpPr/>
            <p:nvPr/>
          </p:nvSpPr>
          <p:spPr>
            <a:xfrm>
              <a:off x="699175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10" y="1"/>
                  </a:moveTo>
                  <a:cubicBezTo>
                    <a:pt x="608" y="1"/>
                    <a:pt x="0" y="1459"/>
                    <a:pt x="851" y="2310"/>
                  </a:cubicBezTo>
                  <a:cubicBezTo>
                    <a:pt x="1125" y="2584"/>
                    <a:pt x="1463" y="2707"/>
                    <a:pt x="1794" y="2707"/>
                  </a:cubicBezTo>
                  <a:cubicBezTo>
                    <a:pt x="2490" y="2707"/>
                    <a:pt x="3160" y="2165"/>
                    <a:pt x="3160" y="1351"/>
                  </a:cubicBezTo>
                  <a:cubicBezTo>
                    <a:pt x="3160" y="609"/>
                    <a:pt x="2552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2"/>
            <p:cNvSpPr/>
            <p:nvPr/>
          </p:nvSpPr>
          <p:spPr>
            <a:xfrm>
              <a:off x="394725" y="2866775"/>
              <a:ext cx="443200" cy="143125"/>
            </a:xfrm>
            <a:custGeom>
              <a:avLst/>
              <a:gdLst/>
              <a:ahLst/>
              <a:cxnLst/>
              <a:rect l="l" t="t" r="r" b="b"/>
              <a:pathLst>
                <a:path w="17728" h="5725" extrusionOk="0">
                  <a:moveTo>
                    <a:pt x="1837" y="0"/>
                  </a:moveTo>
                  <a:cubicBezTo>
                    <a:pt x="824" y="0"/>
                    <a:pt x="0" y="824"/>
                    <a:pt x="0" y="1836"/>
                  </a:cubicBezTo>
                  <a:lnTo>
                    <a:pt x="0" y="3889"/>
                  </a:lnTo>
                  <a:cubicBezTo>
                    <a:pt x="0" y="4901"/>
                    <a:pt x="824" y="5725"/>
                    <a:pt x="1837" y="5725"/>
                  </a:cubicBezTo>
                  <a:lnTo>
                    <a:pt x="15891" y="5725"/>
                  </a:lnTo>
                  <a:cubicBezTo>
                    <a:pt x="16917" y="5725"/>
                    <a:pt x="17727" y="4901"/>
                    <a:pt x="17727" y="3889"/>
                  </a:cubicBezTo>
                  <a:lnTo>
                    <a:pt x="17727" y="1836"/>
                  </a:lnTo>
                  <a:cubicBezTo>
                    <a:pt x="17727" y="824"/>
                    <a:pt x="16917" y="0"/>
                    <a:pt x="15891" y="0"/>
                  </a:cubicBezTo>
                  <a:close/>
                </a:path>
              </a:pathLst>
            </a:custGeom>
            <a:solidFill>
              <a:srgbClr val="E2AA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2"/>
            <p:cNvSpPr/>
            <p:nvPr/>
          </p:nvSpPr>
          <p:spPr>
            <a:xfrm>
              <a:off x="488900" y="2903225"/>
              <a:ext cx="48275" cy="80350"/>
            </a:xfrm>
            <a:custGeom>
              <a:avLst/>
              <a:gdLst/>
              <a:ahLst/>
              <a:cxnLst/>
              <a:rect l="l" t="t" r="r" b="b"/>
              <a:pathLst>
                <a:path w="1931" h="3214" extrusionOk="0">
                  <a:moveTo>
                    <a:pt x="864" y="0"/>
                  </a:moveTo>
                  <a:cubicBezTo>
                    <a:pt x="635" y="135"/>
                    <a:pt x="378" y="216"/>
                    <a:pt x="122" y="257"/>
                  </a:cubicBezTo>
                  <a:lnTo>
                    <a:pt x="122" y="621"/>
                  </a:lnTo>
                  <a:lnTo>
                    <a:pt x="716" y="621"/>
                  </a:lnTo>
                  <a:lnTo>
                    <a:pt x="716" y="2741"/>
                  </a:lnTo>
                  <a:lnTo>
                    <a:pt x="0" y="2741"/>
                  </a:lnTo>
                  <a:lnTo>
                    <a:pt x="0" y="3214"/>
                  </a:lnTo>
                  <a:lnTo>
                    <a:pt x="1931" y="3214"/>
                  </a:lnTo>
                  <a:lnTo>
                    <a:pt x="1931" y="2741"/>
                  </a:lnTo>
                  <a:lnTo>
                    <a:pt x="1296" y="2741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2"/>
            <p:cNvSpPr/>
            <p:nvPr/>
          </p:nvSpPr>
          <p:spPr>
            <a:xfrm>
              <a:off x="548300" y="2901525"/>
              <a:ext cx="54700" cy="82050"/>
            </a:xfrm>
            <a:custGeom>
              <a:avLst/>
              <a:gdLst/>
              <a:ahLst/>
              <a:cxnLst/>
              <a:rect l="l" t="t" r="r" b="b"/>
              <a:pathLst>
                <a:path w="2188" h="3282" extrusionOk="0">
                  <a:moveTo>
                    <a:pt x="1027" y="1"/>
                  </a:moveTo>
                  <a:cubicBezTo>
                    <a:pt x="622" y="1"/>
                    <a:pt x="243" y="190"/>
                    <a:pt x="0" y="500"/>
                  </a:cubicBezTo>
                  <a:lnTo>
                    <a:pt x="325" y="824"/>
                  </a:lnTo>
                  <a:cubicBezTo>
                    <a:pt x="473" y="622"/>
                    <a:pt x="703" y="487"/>
                    <a:pt x="946" y="473"/>
                  </a:cubicBezTo>
                  <a:cubicBezTo>
                    <a:pt x="961" y="472"/>
                    <a:pt x="976" y="471"/>
                    <a:pt x="990" y="471"/>
                  </a:cubicBezTo>
                  <a:cubicBezTo>
                    <a:pt x="1280" y="471"/>
                    <a:pt x="1511" y="719"/>
                    <a:pt x="1486" y="1027"/>
                  </a:cubicBezTo>
                  <a:cubicBezTo>
                    <a:pt x="1486" y="1513"/>
                    <a:pt x="919" y="2080"/>
                    <a:pt x="27" y="2944"/>
                  </a:cubicBezTo>
                  <a:lnTo>
                    <a:pt x="27" y="3282"/>
                  </a:lnTo>
                  <a:lnTo>
                    <a:pt x="2188" y="3282"/>
                  </a:lnTo>
                  <a:lnTo>
                    <a:pt x="2188" y="2782"/>
                  </a:lnTo>
                  <a:lnTo>
                    <a:pt x="1405" y="2782"/>
                  </a:lnTo>
                  <a:cubicBezTo>
                    <a:pt x="1256" y="2782"/>
                    <a:pt x="1040" y="2796"/>
                    <a:pt x="865" y="2823"/>
                  </a:cubicBezTo>
                  <a:cubicBezTo>
                    <a:pt x="1513" y="2148"/>
                    <a:pt x="2039" y="1580"/>
                    <a:pt x="2039" y="986"/>
                  </a:cubicBezTo>
                  <a:cubicBezTo>
                    <a:pt x="2039" y="392"/>
                    <a:pt x="1634" y="1"/>
                    <a:pt x="1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2"/>
            <p:cNvSpPr/>
            <p:nvPr/>
          </p:nvSpPr>
          <p:spPr>
            <a:xfrm>
              <a:off x="611750" y="2901525"/>
              <a:ext cx="55725" cy="83425"/>
            </a:xfrm>
            <a:custGeom>
              <a:avLst/>
              <a:gdLst/>
              <a:ahLst/>
              <a:cxnLst/>
              <a:rect l="l" t="t" r="r" b="b"/>
              <a:pathLst>
                <a:path w="2229" h="3337" extrusionOk="0">
                  <a:moveTo>
                    <a:pt x="1081" y="1"/>
                  </a:moveTo>
                  <a:cubicBezTo>
                    <a:pt x="716" y="14"/>
                    <a:pt x="365" y="163"/>
                    <a:pt x="109" y="406"/>
                  </a:cubicBezTo>
                  <a:lnTo>
                    <a:pt x="419" y="770"/>
                  </a:lnTo>
                  <a:cubicBezTo>
                    <a:pt x="581" y="595"/>
                    <a:pt x="811" y="473"/>
                    <a:pt x="1054" y="473"/>
                  </a:cubicBezTo>
                  <a:cubicBezTo>
                    <a:pt x="1364" y="473"/>
                    <a:pt x="1526" y="635"/>
                    <a:pt x="1526" y="905"/>
                  </a:cubicBezTo>
                  <a:cubicBezTo>
                    <a:pt x="1526" y="1189"/>
                    <a:pt x="1324" y="1405"/>
                    <a:pt x="689" y="1405"/>
                  </a:cubicBezTo>
                  <a:lnTo>
                    <a:pt x="689" y="1837"/>
                  </a:lnTo>
                  <a:cubicBezTo>
                    <a:pt x="1432" y="1837"/>
                    <a:pt x="1634" y="2040"/>
                    <a:pt x="1634" y="2377"/>
                  </a:cubicBezTo>
                  <a:cubicBezTo>
                    <a:pt x="1634" y="2688"/>
                    <a:pt x="1391" y="2863"/>
                    <a:pt x="1040" y="2863"/>
                  </a:cubicBezTo>
                  <a:cubicBezTo>
                    <a:pt x="757" y="2850"/>
                    <a:pt x="473" y="2728"/>
                    <a:pt x="284" y="2512"/>
                  </a:cubicBezTo>
                  <a:lnTo>
                    <a:pt x="1" y="2890"/>
                  </a:lnTo>
                  <a:cubicBezTo>
                    <a:pt x="273" y="3176"/>
                    <a:pt x="658" y="3336"/>
                    <a:pt x="1047" y="3336"/>
                  </a:cubicBezTo>
                  <a:cubicBezTo>
                    <a:pt x="1063" y="3336"/>
                    <a:pt x="1079" y="3336"/>
                    <a:pt x="1094" y="3336"/>
                  </a:cubicBezTo>
                  <a:cubicBezTo>
                    <a:pt x="1715" y="3336"/>
                    <a:pt x="2228" y="2998"/>
                    <a:pt x="2228" y="2404"/>
                  </a:cubicBezTo>
                  <a:cubicBezTo>
                    <a:pt x="2228" y="2013"/>
                    <a:pt x="1945" y="1675"/>
                    <a:pt x="1553" y="1607"/>
                  </a:cubicBezTo>
                  <a:lnTo>
                    <a:pt x="1553" y="1594"/>
                  </a:lnTo>
                  <a:cubicBezTo>
                    <a:pt x="1904" y="1445"/>
                    <a:pt x="2107" y="1202"/>
                    <a:pt x="2107" y="851"/>
                  </a:cubicBezTo>
                  <a:cubicBezTo>
                    <a:pt x="2107" y="311"/>
                    <a:pt x="1688" y="1"/>
                    <a:pt x="10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2"/>
            <p:cNvSpPr/>
            <p:nvPr/>
          </p:nvSpPr>
          <p:spPr>
            <a:xfrm>
              <a:off x="676225" y="2903225"/>
              <a:ext cx="59100" cy="80025"/>
            </a:xfrm>
            <a:custGeom>
              <a:avLst/>
              <a:gdLst/>
              <a:ahLst/>
              <a:cxnLst/>
              <a:rect l="l" t="t" r="r" b="b"/>
              <a:pathLst>
                <a:path w="2364" h="3201" extrusionOk="0">
                  <a:moveTo>
                    <a:pt x="1431" y="527"/>
                  </a:moveTo>
                  <a:cubicBezTo>
                    <a:pt x="1431" y="729"/>
                    <a:pt x="1418" y="1026"/>
                    <a:pt x="1418" y="1202"/>
                  </a:cubicBezTo>
                  <a:lnTo>
                    <a:pt x="1418" y="1931"/>
                  </a:lnTo>
                  <a:lnTo>
                    <a:pt x="567" y="1931"/>
                  </a:lnTo>
                  <a:lnTo>
                    <a:pt x="1148" y="1040"/>
                  </a:lnTo>
                  <a:cubicBezTo>
                    <a:pt x="1242" y="864"/>
                    <a:pt x="1337" y="702"/>
                    <a:pt x="1418" y="527"/>
                  </a:cubicBezTo>
                  <a:close/>
                  <a:moveTo>
                    <a:pt x="1269" y="0"/>
                  </a:moveTo>
                  <a:lnTo>
                    <a:pt x="0" y="1985"/>
                  </a:lnTo>
                  <a:lnTo>
                    <a:pt x="0" y="2377"/>
                  </a:lnTo>
                  <a:lnTo>
                    <a:pt x="1418" y="2377"/>
                  </a:lnTo>
                  <a:lnTo>
                    <a:pt x="1418" y="3200"/>
                  </a:lnTo>
                  <a:lnTo>
                    <a:pt x="1958" y="3200"/>
                  </a:lnTo>
                  <a:lnTo>
                    <a:pt x="1958" y="2377"/>
                  </a:lnTo>
                  <a:lnTo>
                    <a:pt x="2363" y="2377"/>
                  </a:lnTo>
                  <a:lnTo>
                    <a:pt x="2363" y="1931"/>
                  </a:lnTo>
                  <a:lnTo>
                    <a:pt x="1958" y="1931"/>
                  </a:lnTo>
                  <a:lnTo>
                    <a:pt x="19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2"/>
            <p:cNvSpPr/>
            <p:nvPr/>
          </p:nvSpPr>
          <p:spPr>
            <a:xfrm>
              <a:off x="371425" y="31425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59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69"/>
                    <a:pt x="4902" y="3929"/>
                  </a:cubicBezTo>
                  <a:lnTo>
                    <a:pt x="4902" y="959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2"/>
            <p:cNvSpPr/>
            <p:nvPr/>
          </p:nvSpPr>
          <p:spPr>
            <a:xfrm>
              <a:off x="557075" y="3142525"/>
              <a:ext cx="122200" cy="122200"/>
            </a:xfrm>
            <a:custGeom>
              <a:avLst/>
              <a:gdLst/>
              <a:ahLst/>
              <a:cxnLst/>
              <a:rect l="l" t="t" r="r" b="b"/>
              <a:pathLst>
                <a:path w="4888" h="4888" extrusionOk="0">
                  <a:moveTo>
                    <a:pt x="959" y="1"/>
                  </a:moveTo>
                  <a:cubicBezTo>
                    <a:pt x="419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69"/>
                    <a:pt x="4888" y="3929"/>
                  </a:cubicBezTo>
                  <a:lnTo>
                    <a:pt x="4888" y="959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2"/>
            <p:cNvSpPr/>
            <p:nvPr/>
          </p:nvSpPr>
          <p:spPr>
            <a:xfrm>
              <a:off x="742375" y="31425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73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69"/>
                    <a:pt x="4901" y="3929"/>
                  </a:cubicBezTo>
                  <a:lnTo>
                    <a:pt x="4901" y="959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371425" y="33366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59" y="1"/>
                  </a:moveTo>
                  <a:cubicBezTo>
                    <a:pt x="433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33" y="4901"/>
                    <a:pt x="959" y="4901"/>
                  </a:cubicBezTo>
                  <a:lnTo>
                    <a:pt x="3930" y="4901"/>
                  </a:lnTo>
                  <a:cubicBezTo>
                    <a:pt x="4470" y="4901"/>
                    <a:pt x="4902" y="4469"/>
                    <a:pt x="4902" y="3943"/>
                  </a:cubicBezTo>
                  <a:lnTo>
                    <a:pt x="4902" y="973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557075" y="3336600"/>
              <a:ext cx="122200" cy="122550"/>
            </a:xfrm>
            <a:custGeom>
              <a:avLst/>
              <a:gdLst/>
              <a:ahLst/>
              <a:cxnLst/>
              <a:rect l="l" t="t" r="r" b="b"/>
              <a:pathLst>
                <a:path w="4888" h="4902" extrusionOk="0">
                  <a:moveTo>
                    <a:pt x="959" y="1"/>
                  </a:moveTo>
                  <a:cubicBezTo>
                    <a:pt x="419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19" y="4901"/>
                    <a:pt x="959" y="4901"/>
                  </a:cubicBezTo>
                  <a:lnTo>
                    <a:pt x="3929" y="4901"/>
                  </a:lnTo>
                  <a:cubicBezTo>
                    <a:pt x="4456" y="4901"/>
                    <a:pt x="4888" y="4469"/>
                    <a:pt x="4888" y="3943"/>
                  </a:cubicBezTo>
                  <a:lnTo>
                    <a:pt x="4888" y="973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2"/>
            <p:cNvSpPr/>
            <p:nvPr/>
          </p:nvSpPr>
          <p:spPr>
            <a:xfrm>
              <a:off x="742375" y="33366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73" y="1"/>
                  </a:moveTo>
                  <a:cubicBezTo>
                    <a:pt x="433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33" y="4901"/>
                    <a:pt x="973" y="4901"/>
                  </a:cubicBezTo>
                  <a:lnTo>
                    <a:pt x="3929" y="4901"/>
                  </a:lnTo>
                  <a:cubicBezTo>
                    <a:pt x="4469" y="4901"/>
                    <a:pt x="4901" y="4469"/>
                    <a:pt x="4901" y="3943"/>
                  </a:cubicBezTo>
                  <a:lnTo>
                    <a:pt x="4901" y="973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2"/>
            <p:cNvSpPr/>
            <p:nvPr/>
          </p:nvSpPr>
          <p:spPr>
            <a:xfrm>
              <a:off x="371425" y="35310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59" y="0"/>
                  </a:moveTo>
                  <a:cubicBezTo>
                    <a:pt x="433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69"/>
                    <a:pt x="4902" y="3929"/>
                  </a:cubicBezTo>
                  <a:lnTo>
                    <a:pt x="4902" y="959"/>
                  </a:lnTo>
                  <a:cubicBezTo>
                    <a:pt x="4902" y="432"/>
                    <a:pt x="4470" y="0"/>
                    <a:pt x="3930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2"/>
            <p:cNvSpPr/>
            <p:nvPr/>
          </p:nvSpPr>
          <p:spPr>
            <a:xfrm>
              <a:off x="557075" y="3531025"/>
              <a:ext cx="122200" cy="122200"/>
            </a:xfrm>
            <a:custGeom>
              <a:avLst/>
              <a:gdLst/>
              <a:ahLst/>
              <a:cxnLst/>
              <a:rect l="l" t="t" r="r" b="b"/>
              <a:pathLst>
                <a:path w="4888" h="4888" extrusionOk="0">
                  <a:moveTo>
                    <a:pt x="959" y="0"/>
                  </a:moveTo>
                  <a:cubicBezTo>
                    <a:pt x="419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69"/>
                    <a:pt x="4888" y="3929"/>
                  </a:cubicBezTo>
                  <a:lnTo>
                    <a:pt x="4888" y="959"/>
                  </a:lnTo>
                  <a:cubicBezTo>
                    <a:pt x="4888" y="432"/>
                    <a:pt x="4456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2"/>
            <p:cNvSpPr/>
            <p:nvPr/>
          </p:nvSpPr>
          <p:spPr>
            <a:xfrm>
              <a:off x="742375" y="35310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73" y="0"/>
                  </a:moveTo>
                  <a:cubicBezTo>
                    <a:pt x="433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69"/>
                    <a:pt x="4901" y="3929"/>
                  </a:cubicBezTo>
                  <a:lnTo>
                    <a:pt x="4901" y="959"/>
                  </a:lnTo>
                  <a:cubicBezTo>
                    <a:pt x="4901" y="432"/>
                    <a:pt x="4469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2"/>
            <p:cNvSpPr/>
            <p:nvPr/>
          </p:nvSpPr>
          <p:spPr>
            <a:xfrm>
              <a:off x="371425" y="37251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59" y="0"/>
                  </a:moveTo>
                  <a:cubicBezTo>
                    <a:pt x="433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33" y="4901"/>
                    <a:pt x="959" y="4901"/>
                  </a:cubicBezTo>
                  <a:lnTo>
                    <a:pt x="3930" y="4901"/>
                  </a:lnTo>
                  <a:cubicBezTo>
                    <a:pt x="4470" y="4901"/>
                    <a:pt x="4902" y="4469"/>
                    <a:pt x="4902" y="3929"/>
                  </a:cubicBezTo>
                  <a:lnTo>
                    <a:pt x="4902" y="972"/>
                  </a:lnTo>
                  <a:cubicBezTo>
                    <a:pt x="4902" y="432"/>
                    <a:pt x="4470" y="0"/>
                    <a:pt x="3930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2"/>
            <p:cNvSpPr/>
            <p:nvPr/>
          </p:nvSpPr>
          <p:spPr>
            <a:xfrm>
              <a:off x="557075" y="3725100"/>
              <a:ext cx="122200" cy="122550"/>
            </a:xfrm>
            <a:custGeom>
              <a:avLst/>
              <a:gdLst/>
              <a:ahLst/>
              <a:cxnLst/>
              <a:rect l="l" t="t" r="r" b="b"/>
              <a:pathLst>
                <a:path w="4888" h="4902" extrusionOk="0">
                  <a:moveTo>
                    <a:pt x="959" y="0"/>
                  </a:moveTo>
                  <a:cubicBezTo>
                    <a:pt x="419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19" y="4901"/>
                    <a:pt x="959" y="4901"/>
                  </a:cubicBezTo>
                  <a:lnTo>
                    <a:pt x="3929" y="4901"/>
                  </a:lnTo>
                  <a:cubicBezTo>
                    <a:pt x="4456" y="4901"/>
                    <a:pt x="4888" y="4469"/>
                    <a:pt x="4888" y="3929"/>
                  </a:cubicBezTo>
                  <a:lnTo>
                    <a:pt x="4888" y="972"/>
                  </a:lnTo>
                  <a:cubicBezTo>
                    <a:pt x="4888" y="432"/>
                    <a:pt x="4456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2"/>
            <p:cNvSpPr/>
            <p:nvPr/>
          </p:nvSpPr>
          <p:spPr>
            <a:xfrm>
              <a:off x="742375" y="37251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73" y="0"/>
                  </a:moveTo>
                  <a:cubicBezTo>
                    <a:pt x="433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33" y="4901"/>
                    <a:pt x="973" y="4901"/>
                  </a:cubicBezTo>
                  <a:lnTo>
                    <a:pt x="3929" y="4901"/>
                  </a:lnTo>
                  <a:cubicBezTo>
                    <a:pt x="4469" y="4901"/>
                    <a:pt x="4901" y="4469"/>
                    <a:pt x="4901" y="3929"/>
                  </a:cubicBezTo>
                  <a:lnTo>
                    <a:pt x="4901" y="972"/>
                  </a:lnTo>
                  <a:cubicBezTo>
                    <a:pt x="4901" y="432"/>
                    <a:pt x="4469" y="0"/>
                    <a:pt x="39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2"/>
            <p:cNvSpPr/>
            <p:nvPr/>
          </p:nvSpPr>
          <p:spPr>
            <a:xfrm>
              <a:off x="371425" y="3919500"/>
              <a:ext cx="122550" cy="122225"/>
            </a:xfrm>
            <a:custGeom>
              <a:avLst/>
              <a:gdLst/>
              <a:ahLst/>
              <a:cxnLst/>
              <a:rect l="l" t="t" r="r" b="b"/>
              <a:pathLst>
                <a:path w="4902" h="4889" extrusionOk="0">
                  <a:moveTo>
                    <a:pt x="959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56"/>
                    <a:pt x="4902" y="3930"/>
                  </a:cubicBezTo>
                  <a:lnTo>
                    <a:pt x="4902" y="959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2"/>
            <p:cNvSpPr/>
            <p:nvPr/>
          </p:nvSpPr>
          <p:spPr>
            <a:xfrm>
              <a:off x="557075" y="3919500"/>
              <a:ext cx="122200" cy="122225"/>
            </a:xfrm>
            <a:custGeom>
              <a:avLst/>
              <a:gdLst/>
              <a:ahLst/>
              <a:cxnLst/>
              <a:rect l="l" t="t" r="r" b="b"/>
              <a:pathLst>
                <a:path w="4888" h="4889" extrusionOk="0">
                  <a:moveTo>
                    <a:pt x="959" y="1"/>
                  </a:moveTo>
                  <a:cubicBezTo>
                    <a:pt x="419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56"/>
                    <a:pt x="4888" y="3930"/>
                  </a:cubicBezTo>
                  <a:lnTo>
                    <a:pt x="4888" y="959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2"/>
            <p:cNvSpPr/>
            <p:nvPr/>
          </p:nvSpPr>
          <p:spPr>
            <a:xfrm>
              <a:off x="742375" y="3919500"/>
              <a:ext cx="122550" cy="122225"/>
            </a:xfrm>
            <a:custGeom>
              <a:avLst/>
              <a:gdLst/>
              <a:ahLst/>
              <a:cxnLst/>
              <a:rect l="l" t="t" r="r" b="b"/>
              <a:pathLst>
                <a:path w="4902" h="4889" extrusionOk="0">
                  <a:moveTo>
                    <a:pt x="973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56"/>
                    <a:pt x="4901" y="3930"/>
                  </a:cubicBezTo>
                  <a:lnTo>
                    <a:pt x="4901" y="959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2"/>
            <p:cNvSpPr/>
            <p:nvPr/>
          </p:nvSpPr>
          <p:spPr>
            <a:xfrm>
              <a:off x="510825" y="4275600"/>
              <a:ext cx="214375" cy="60775"/>
            </a:xfrm>
            <a:custGeom>
              <a:avLst/>
              <a:gdLst/>
              <a:ahLst/>
              <a:cxnLst/>
              <a:rect l="l" t="t" r="r" b="b"/>
              <a:pathLst>
                <a:path w="8575" h="2431" extrusionOk="0">
                  <a:moveTo>
                    <a:pt x="1216" y="0"/>
                  </a:moveTo>
                  <a:cubicBezTo>
                    <a:pt x="541" y="0"/>
                    <a:pt x="1" y="540"/>
                    <a:pt x="1" y="1215"/>
                  </a:cubicBezTo>
                  <a:cubicBezTo>
                    <a:pt x="1" y="1877"/>
                    <a:pt x="541" y="2417"/>
                    <a:pt x="1216" y="2431"/>
                  </a:cubicBezTo>
                  <a:lnTo>
                    <a:pt x="7372" y="2431"/>
                  </a:lnTo>
                  <a:cubicBezTo>
                    <a:pt x="8034" y="2431"/>
                    <a:pt x="8574" y="1877"/>
                    <a:pt x="8574" y="1215"/>
                  </a:cubicBezTo>
                  <a:cubicBezTo>
                    <a:pt x="8574" y="540"/>
                    <a:pt x="8034" y="0"/>
                    <a:pt x="7372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8" name="Google Shape;538;p42"/>
          <p:cNvGrpSpPr/>
          <p:nvPr/>
        </p:nvGrpSpPr>
        <p:grpSpPr>
          <a:xfrm>
            <a:off x="1929480" y="1537499"/>
            <a:ext cx="978470" cy="2543874"/>
            <a:chOff x="2973100" y="1420150"/>
            <a:chExt cx="1125325" cy="2925675"/>
          </a:xfrm>
        </p:grpSpPr>
        <p:sp>
          <p:nvSpPr>
            <p:cNvPr id="539" name="Google Shape;539;p42"/>
            <p:cNvSpPr/>
            <p:nvPr/>
          </p:nvSpPr>
          <p:spPr>
            <a:xfrm>
              <a:off x="3244450" y="1420150"/>
              <a:ext cx="101300" cy="351725"/>
            </a:xfrm>
            <a:custGeom>
              <a:avLst/>
              <a:gdLst/>
              <a:ahLst/>
              <a:cxnLst/>
              <a:rect l="l" t="t" r="r" b="b"/>
              <a:pathLst>
                <a:path w="4052" h="14069" extrusionOk="0">
                  <a:moveTo>
                    <a:pt x="2026" y="0"/>
                  </a:moveTo>
                  <a:cubicBezTo>
                    <a:pt x="906" y="0"/>
                    <a:pt x="1" y="905"/>
                    <a:pt x="1" y="2025"/>
                  </a:cubicBezTo>
                  <a:lnTo>
                    <a:pt x="1" y="14068"/>
                  </a:lnTo>
                  <a:lnTo>
                    <a:pt x="4051" y="14068"/>
                  </a:lnTo>
                  <a:lnTo>
                    <a:pt x="4051" y="2025"/>
                  </a:lnTo>
                  <a:cubicBezTo>
                    <a:pt x="4051" y="905"/>
                    <a:pt x="3147" y="0"/>
                    <a:pt x="2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2"/>
            <p:cNvSpPr/>
            <p:nvPr/>
          </p:nvSpPr>
          <p:spPr>
            <a:xfrm>
              <a:off x="2973100" y="1770500"/>
              <a:ext cx="1125325" cy="2575325"/>
            </a:xfrm>
            <a:custGeom>
              <a:avLst/>
              <a:gdLst/>
              <a:ahLst/>
              <a:cxnLst/>
              <a:rect l="l" t="t" r="r" b="b"/>
              <a:pathLst>
                <a:path w="45013" h="103013" extrusionOk="0">
                  <a:moveTo>
                    <a:pt x="11976" y="0"/>
                  </a:moveTo>
                  <a:cubicBezTo>
                    <a:pt x="5360" y="0"/>
                    <a:pt x="0" y="5360"/>
                    <a:pt x="0" y="11975"/>
                  </a:cubicBezTo>
                  <a:lnTo>
                    <a:pt x="0" y="93764"/>
                  </a:lnTo>
                  <a:cubicBezTo>
                    <a:pt x="0" y="98868"/>
                    <a:pt x="4145" y="103013"/>
                    <a:pt x="9248" y="103013"/>
                  </a:cubicBezTo>
                  <a:lnTo>
                    <a:pt x="35751" y="103013"/>
                  </a:lnTo>
                  <a:cubicBezTo>
                    <a:pt x="40854" y="103013"/>
                    <a:pt x="45013" y="98868"/>
                    <a:pt x="45013" y="93764"/>
                  </a:cubicBezTo>
                  <a:lnTo>
                    <a:pt x="45013" y="11975"/>
                  </a:lnTo>
                  <a:cubicBezTo>
                    <a:pt x="45013" y="5360"/>
                    <a:pt x="39639" y="0"/>
                    <a:pt x="33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2"/>
            <p:cNvSpPr/>
            <p:nvPr/>
          </p:nvSpPr>
          <p:spPr>
            <a:xfrm>
              <a:off x="3091225" y="2229700"/>
              <a:ext cx="888725" cy="753375"/>
            </a:xfrm>
            <a:custGeom>
              <a:avLst/>
              <a:gdLst/>
              <a:ahLst/>
              <a:cxnLst/>
              <a:rect l="l" t="t" r="r" b="b"/>
              <a:pathLst>
                <a:path w="35549" h="30135" extrusionOk="0">
                  <a:moveTo>
                    <a:pt x="17768" y="0"/>
                  </a:moveTo>
                  <a:cubicBezTo>
                    <a:pt x="13110" y="0"/>
                    <a:pt x="8452" y="412"/>
                    <a:pt x="3848" y="1236"/>
                  </a:cubicBezTo>
                  <a:lnTo>
                    <a:pt x="1985" y="1573"/>
                  </a:lnTo>
                  <a:cubicBezTo>
                    <a:pt x="797" y="2019"/>
                    <a:pt x="14" y="3139"/>
                    <a:pt x="0" y="4408"/>
                  </a:cubicBezTo>
                  <a:lnTo>
                    <a:pt x="0" y="25726"/>
                  </a:lnTo>
                  <a:cubicBezTo>
                    <a:pt x="14" y="26995"/>
                    <a:pt x="811" y="28116"/>
                    <a:pt x="1999" y="28562"/>
                  </a:cubicBezTo>
                  <a:lnTo>
                    <a:pt x="3862" y="28899"/>
                  </a:lnTo>
                  <a:cubicBezTo>
                    <a:pt x="8466" y="29723"/>
                    <a:pt x="13124" y="30134"/>
                    <a:pt x="17780" y="30134"/>
                  </a:cubicBezTo>
                  <a:cubicBezTo>
                    <a:pt x="22436" y="30134"/>
                    <a:pt x="27090" y="29723"/>
                    <a:pt x="31687" y="28899"/>
                  </a:cubicBezTo>
                  <a:lnTo>
                    <a:pt x="33564" y="28562"/>
                  </a:lnTo>
                  <a:cubicBezTo>
                    <a:pt x="34739" y="28116"/>
                    <a:pt x="35535" y="26995"/>
                    <a:pt x="35549" y="25726"/>
                  </a:cubicBezTo>
                  <a:lnTo>
                    <a:pt x="35549" y="4408"/>
                  </a:lnTo>
                  <a:cubicBezTo>
                    <a:pt x="35522" y="3139"/>
                    <a:pt x="34739" y="2019"/>
                    <a:pt x="33551" y="1573"/>
                  </a:cubicBezTo>
                  <a:lnTo>
                    <a:pt x="31687" y="1236"/>
                  </a:lnTo>
                  <a:cubicBezTo>
                    <a:pt x="27084" y="412"/>
                    <a:pt x="22426" y="0"/>
                    <a:pt x="177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2"/>
            <p:cNvSpPr/>
            <p:nvPr/>
          </p:nvSpPr>
          <p:spPr>
            <a:xfrm>
              <a:off x="3166825" y="2357450"/>
              <a:ext cx="737525" cy="525200"/>
            </a:xfrm>
            <a:custGeom>
              <a:avLst/>
              <a:gdLst/>
              <a:ahLst/>
              <a:cxnLst/>
              <a:rect l="l" t="t" r="r" b="b"/>
              <a:pathLst>
                <a:path w="29501" h="21008" extrusionOk="0">
                  <a:moveTo>
                    <a:pt x="2471" y="0"/>
                  </a:moveTo>
                  <a:cubicBezTo>
                    <a:pt x="1108" y="0"/>
                    <a:pt x="1" y="1094"/>
                    <a:pt x="1" y="2471"/>
                  </a:cubicBezTo>
                  <a:lnTo>
                    <a:pt x="1" y="18537"/>
                  </a:lnTo>
                  <a:cubicBezTo>
                    <a:pt x="1" y="19901"/>
                    <a:pt x="1108" y="21008"/>
                    <a:pt x="2471" y="21008"/>
                  </a:cubicBezTo>
                  <a:lnTo>
                    <a:pt x="27030" y="21008"/>
                  </a:lnTo>
                  <a:cubicBezTo>
                    <a:pt x="28393" y="21008"/>
                    <a:pt x="29501" y="19901"/>
                    <a:pt x="29501" y="18537"/>
                  </a:cubicBezTo>
                  <a:lnTo>
                    <a:pt x="29501" y="2471"/>
                  </a:lnTo>
                  <a:cubicBezTo>
                    <a:pt x="29501" y="1094"/>
                    <a:pt x="28393" y="0"/>
                    <a:pt x="27030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2"/>
            <p:cNvSpPr/>
            <p:nvPr/>
          </p:nvSpPr>
          <p:spPr>
            <a:xfrm>
              <a:off x="3167850" y="2829300"/>
              <a:ext cx="735500" cy="53350"/>
            </a:xfrm>
            <a:custGeom>
              <a:avLst/>
              <a:gdLst/>
              <a:ahLst/>
              <a:cxnLst/>
              <a:rect l="l" t="t" r="r" b="b"/>
              <a:pathLst>
                <a:path w="29420" h="2134" extrusionOk="0">
                  <a:moveTo>
                    <a:pt x="0" y="1"/>
                  </a:moveTo>
                  <a:cubicBezTo>
                    <a:pt x="162" y="1216"/>
                    <a:pt x="1202" y="2134"/>
                    <a:pt x="2430" y="2134"/>
                  </a:cubicBezTo>
                  <a:lnTo>
                    <a:pt x="26989" y="2134"/>
                  </a:lnTo>
                  <a:cubicBezTo>
                    <a:pt x="28217" y="2134"/>
                    <a:pt x="29257" y="1216"/>
                    <a:pt x="29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2"/>
            <p:cNvSpPr/>
            <p:nvPr/>
          </p:nvSpPr>
          <p:spPr>
            <a:xfrm>
              <a:off x="3121950" y="3490850"/>
              <a:ext cx="210300" cy="123550"/>
            </a:xfrm>
            <a:custGeom>
              <a:avLst/>
              <a:gdLst/>
              <a:ahLst/>
              <a:cxnLst/>
              <a:rect l="l" t="t" r="r" b="b"/>
              <a:pathLst>
                <a:path w="8412" h="4942" extrusionOk="0">
                  <a:moveTo>
                    <a:pt x="1404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04" y="4942"/>
                  </a:cubicBezTo>
                  <a:lnTo>
                    <a:pt x="6994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69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2"/>
            <p:cNvSpPr/>
            <p:nvPr/>
          </p:nvSpPr>
          <p:spPr>
            <a:xfrm>
              <a:off x="3430450" y="3490850"/>
              <a:ext cx="210300" cy="123550"/>
            </a:xfrm>
            <a:custGeom>
              <a:avLst/>
              <a:gdLst/>
              <a:ahLst/>
              <a:cxnLst/>
              <a:rect l="l" t="t" r="r" b="b"/>
              <a:pathLst>
                <a:path w="8412" h="4942" extrusionOk="0">
                  <a:moveTo>
                    <a:pt x="1404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04" y="4942"/>
                  </a:cubicBezTo>
                  <a:lnTo>
                    <a:pt x="7007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7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2"/>
            <p:cNvSpPr/>
            <p:nvPr/>
          </p:nvSpPr>
          <p:spPr>
            <a:xfrm>
              <a:off x="3738950" y="3490850"/>
              <a:ext cx="210300" cy="123550"/>
            </a:xfrm>
            <a:custGeom>
              <a:avLst/>
              <a:gdLst/>
              <a:ahLst/>
              <a:cxnLst/>
              <a:rect l="l" t="t" r="r" b="b"/>
              <a:pathLst>
                <a:path w="8412" h="4942" extrusionOk="0">
                  <a:moveTo>
                    <a:pt x="1418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18" y="4942"/>
                  </a:cubicBezTo>
                  <a:lnTo>
                    <a:pt x="7007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7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2"/>
            <p:cNvSpPr/>
            <p:nvPr/>
          </p:nvSpPr>
          <p:spPr>
            <a:xfrm>
              <a:off x="3121950" y="3674125"/>
              <a:ext cx="210300" cy="123550"/>
            </a:xfrm>
            <a:custGeom>
              <a:avLst/>
              <a:gdLst/>
              <a:ahLst/>
              <a:cxnLst/>
              <a:rect l="l" t="t" r="r" b="b"/>
              <a:pathLst>
                <a:path w="8412" h="4942" extrusionOk="0">
                  <a:moveTo>
                    <a:pt x="1404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04" y="4942"/>
                  </a:cubicBezTo>
                  <a:lnTo>
                    <a:pt x="6994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69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2"/>
            <p:cNvSpPr/>
            <p:nvPr/>
          </p:nvSpPr>
          <p:spPr>
            <a:xfrm>
              <a:off x="3430450" y="3674125"/>
              <a:ext cx="210300" cy="123550"/>
            </a:xfrm>
            <a:custGeom>
              <a:avLst/>
              <a:gdLst/>
              <a:ahLst/>
              <a:cxnLst/>
              <a:rect l="l" t="t" r="r" b="b"/>
              <a:pathLst>
                <a:path w="8412" h="4942" extrusionOk="0">
                  <a:moveTo>
                    <a:pt x="1404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04" y="4942"/>
                  </a:cubicBezTo>
                  <a:lnTo>
                    <a:pt x="7007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7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2"/>
            <p:cNvSpPr/>
            <p:nvPr/>
          </p:nvSpPr>
          <p:spPr>
            <a:xfrm>
              <a:off x="3738950" y="3674125"/>
              <a:ext cx="210300" cy="123550"/>
            </a:xfrm>
            <a:custGeom>
              <a:avLst/>
              <a:gdLst/>
              <a:ahLst/>
              <a:cxnLst/>
              <a:rect l="l" t="t" r="r" b="b"/>
              <a:pathLst>
                <a:path w="8412" h="4942" extrusionOk="0">
                  <a:moveTo>
                    <a:pt x="1418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18" y="4942"/>
                  </a:cubicBezTo>
                  <a:lnTo>
                    <a:pt x="7007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7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2"/>
            <p:cNvSpPr/>
            <p:nvPr/>
          </p:nvSpPr>
          <p:spPr>
            <a:xfrm>
              <a:off x="3121950" y="3857400"/>
              <a:ext cx="210300" cy="123550"/>
            </a:xfrm>
            <a:custGeom>
              <a:avLst/>
              <a:gdLst/>
              <a:ahLst/>
              <a:cxnLst/>
              <a:rect l="l" t="t" r="r" b="b"/>
              <a:pathLst>
                <a:path w="8412" h="4942" extrusionOk="0">
                  <a:moveTo>
                    <a:pt x="1404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04" y="4942"/>
                  </a:cubicBezTo>
                  <a:lnTo>
                    <a:pt x="6994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69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2"/>
            <p:cNvSpPr/>
            <p:nvPr/>
          </p:nvSpPr>
          <p:spPr>
            <a:xfrm>
              <a:off x="3430450" y="3857400"/>
              <a:ext cx="210300" cy="123550"/>
            </a:xfrm>
            <a:custGeom>
              <a:avLst/>
              <a:gdLst/>
              <a:ahLst/>
              <a:cxnLst/>
              <a:rect l="l" t="t" r="r" b="b"/>
              <a:pathLst>
                <a:path w="8412" h="4942" extrusionOk="0">
                  <a:moveTo>
                    <a:pt x="1404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04" y="4942"/>
                  </a:cubicBezTo>
                  <a:lnTo>
                    <a:pt x="7007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7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2"/>
            <p:cNvSpPr/>
            <p:nvPr/>
          </p:nvSpPr>
          <p:spPr>
            <a:xfrm>
              <a:off x="3738950" y="3857400"/>
              <a:ext cx="210300" cy="123550"/>
            </a:xfrm>
            <a:custGeom>
              <a:avLst/>
              <a:gdLst/>
              <a:ahLst/>
              <a:cxnLst/>
              <a:rect l="l" t="t" r="r" b="b"/>
              <a:pathLst>
                <a:path w="8412" h="4942" extrusionOk="0">
                  <a:moveTo>
                    <a:pt x="1418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18" y="4942"/>
                  </a:cubicBezTo>
                  <a:lnTo>
                    <a:pt x="7007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7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2"/>
            <p:cNvSpPr/>
            <p:nvPr/>
          </p:nvSpPr>
          <p:spPr>
            <a:xfrm>
              <a:off x="3121950" y="4040675"/>
              <a:ext cx="210300" cy="123575"/>
            </a:xfrm>
            <a:custGeom>
              <a:avLst/>
              <a:gdLst/>
              <a:ahLst/>
              <a:cxnLst/>
              <a:rect l="l" t="t" r="r" b="b"/>
              <a:pathLst>
                <a:path w="8412" h="4943" extrusionOk="0">
                  <a:moveTo>
                    <a:pt x="1404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04" y="4942"/>
                  </a:cubicBezTo>
                  <a:lnTo>
                    <a:pt x="6994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69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2"/>
            <p:cNvSpPr/>
            <p:nvPr/>
          </p:nvSpPr>
          <p:spPr>
            <a:xfrm>
              <a:off x="3430450" y="4040675"/>
              <a:ext cx="210300" cy="123575"/>
            </a:xfrm>
            <a:custGeom>
              <a:avLst/>
              <a:gdLst/>
              <a:ahLst/>
              <a:cxnLst/>
              <a:rect l="l" t="t" r="r" b="b"/>
              <a:pathLst>
                <a:path w="8412" h="4943" extrusionOk="0">
                  <a:moveTo>
                    <a:pt x="1404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04" y="4942"/>
                  </a:cubicBezTo>
                  <a:lnTo>
                    <a:pt x="7007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7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2"/>
            <p:cNvSpPr/>
            <p:nvPr/>
          </p:nvSpPr>
          <p:spPr>
            <a:xfrm>
              <a:off x="3738950" y="4040675"/>
              <a:ext cx="210300" cy="123575"/>
            </a:xfrm>
            <a:custGeom>
              <a:avLst/>
              <a:gdLst/>
              <a:ahLst/>
              <a:cxnLst/>
              <a:rect l="l" t="t" r="r" b="b"/>
              <a:pathLst>
                <a:path w="8412" h="4943" extrusionOk="0">
                  <a:moveTo>
                    <a:pt x="1418" y="1"/>
                  </a:moveTo>
                  <a:cubicBezTo>
                    <a:pt x="635" y="1"/>
                    <a:pt x="0" y="622"/>
                    <a:pt x="0" y="1405"/>
                  </a:cubicBezTo>
                  <a:lnTo>
                    <a:pt x="0" y="3538"/>
                  </a:lnTo>
                  <a:cubicBezTo>
                    <a:pt x="0" y="4321"/>
                    <a:pt x="635" y="4942"/>
                    <a:pt x="1418" y="4942"/>
                  </a:cubicBezTo>
                  <a:lnTo>
                    <a:pt x="7007" y="4942"/>
                  </a:lnTo>
                  <a:cubicBezTo>
                    <a:pt x="7777" y="4942"/>
                    <a:pt x="8411" y="4321"/>
                    <a:pt x="8411" y="3538"/>
                  </a:cubicBezTo>
                  <a:lnTo>
                    <a:pt x="8411" y="1405"/>
                  </a:lnTo>
                  <a:cubicBezTo>
                    <a:pt x="8411" y="622"/>
                    <a:pt x="7777" y="1"/>
                    <a:pt x="7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2"/>
            <p:cNvSpPr/>
            <p:nvPr/>
          </p:nvSpPr>
          <p:spPr>
            <a:xfrm>
              <a:off x="3766950" y="3085150"/>
              <a:ext cx="154275" cy="295700"/>
            </a:xfrm>
            <a:custGeom>
              <a:avLst/>
              <a:gdLst/>
              <a:ahLst/>
              <a:cxnLst/>
              <a:rect l="l" t="t" r="r" b="b"/>
              <a:pathLst>
                <a:path w="6171" h="11828" extrusionOk="0">
                  <a:moveTo>
                    <a:pt x="3092" y="0"/>
                  </a:moveTo>
                  <a:cubicBezTo>
                    <a:pt x="1391" y="0"/>
                    <a:pt x="14" y="1378"/>
                    <a:pt x="14" y="3079"/>
                  </a:cubicBezTo>
                  <a:lnTo>
                    <a:pt x="14" y="8749"/>
                  </a:lnTo>
                  <a:cubicBezTo>
                    <a:pt x="1" y="10450"/>
                    <a:pt x="1391" y="11827"/>
                    <a:pt x="3092" y="11827"/>
                  </a:cubicBezTo>
                  <a:cubicBezTo>
                    <a:pt x="4793" y="11827"/>
                    <a:pt x="6171" y="10450"/>
                    <a:pt x="6171" y="8749"/>
                  </a:cubicBezTo>
                  <a:lnTo>
                    <a:pt x="6171" y="3079"/>
                  </a:lnTo>
                  <a:cubicBezTo>
                    <a:pt x="6171" y="1378"/>
                    <a:pt x="4793" y="0"/>
                    <a:pt x="30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2"/>
            <p:cNvSpPr/>
            <p:nvPr/>
          </p:nvSpPr>
          <p:spPr>
            <a:xfrm>
              <a:off x="3797400" y="3150200"/>
              <a:ext cx="87025" cy="45675"/>
            </a:xfrm>
            <a:custGeom>
              <a:avLst/>
              <a:gdLst/>
              <a:ahLst/>
              <a:cxnLst/>
              <a:rect l="l" t="t" r="r" b="b"/>
              <a:pathLst>
                <a:path w="3481" h="1827" extrusionOk="0">
                  <a:moveTo>
                    <a:pt x="1787" y="1"/>
                  </a:moveTo>
                  <a:cubicBezTo>
                    <a:pt x="1716" y="1"/>
                    <a:pt x="1645" y="24"/>
                    <a:pt x="1591" y="72"/>
                  </a:cubicBezTo>
                  <a:lnTo>
                    <a:pt x="214" y="1300"/>
                  </a:lnTo>
                  <a:cubicBezTo>
                    <a:pt x="1" y="1513"/>
                    <a:pt x="191" y="1819"/>
                    <a:pt x="427" y="1819"/>
                  </a:cubicBezTo>
                  <a:cubicBezTo>
                    <a:pt x="490" y="1819"/>
                    <a:pt x="556" y="1797"/>
                    <a:pt x="619" y="1746"/>
                  </a:cubicBezTo>
                  <a:lnTo>
                    <a:pt x="1780" y="693"/>
                  </a:lnTo>
                  <a:lnTo>
                    <a:pt x="2954" y="1746"/>
                  </a:lnTo>
                  <a:cubicBezTo>
                    <a:pt x="3008" y="1800"/>
                    <a:pt x="3076" y="1827"/>
                    <a:pt x="3157" y="1827"/>
                  </a:cubicBezTo>
                  <a:cubicBezTo>
                    <a:pt x="3238" y="1827"/>
                    <a:pt x="3319" y="1786"/>
                    <a:pt x="3373" y="1719"/>
                  </a:cubicBezTo>
                  <a:cubicBezTo>
                    <a:pt x="3481" y="1597"/>
                    <a:pt x="3467" y="1422"/>
                    <a:pt x="3346" y="1300"/>
                  </a:cubicBezTo>
                  <a:lnTo>
                    <a:pt x="1982" y="72"/>
                  </a:lnTo>
                  <a:cubicBezTo>
                    <a:pt x="1928" y="24"/>
                    <a:pt x="1857" y="1"/>
                    <a:pt x="1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2"/>
            <p:cNvSpPr/>
            <p:nvPr/>
          </p:nvSpPr>
          <p:spPr>
            <a:xfrm>
              <a:off x="3801800" y="3270200"/>
              <a:ext cx="87025" cy="45500"/>
            </a:xfrm>
            <a:custGeom>
              <a:avLst/>
              <a:gdLst/>
              <a:ahLst/>
              <a:cxnLst/>
              <a:rect l="l" t="t" r="r" b="b"/>
              <a:pathLst>
                <a:path w="3481" h="1820" extrusionOk="0">
                  <a:moveTo>
                    <a:pt x="3151" y="0"/>
                  </a:moveTo>
                  <a:cubicBezTo>
                    <a:pt x="3081" y="0"/>
                    <a:pt x="3011" y="27"/>
                    <a:pt x="2954" y="78"/>
                  </a:cubicBezTo>
                  <a:lnTo>
                    <a:pt x="1779" y="1131"/>
                  </a:lnTo>
                  <a:lnTo>
                    <a:pt x="605" y="78"/>
                  </a:lnTo>
                  <a:cubicBezTo>
                    <a:pt x="545" y="27"/>
                    <a:pt x="481" y="5"/>
                    <a:pt x="419" y="5"/>
                  </a:cubicBezTo>
                  <a:cubicBezTo>
                    <a:pt x="190" y="5"/>
                    <a:pt x="0" y="308"/>
                    <a:pt x="213" y="510"/>
                  </a:cubicBezTo>
                  <a:lnTo>
                    <a:pt x="1577" y="1752"/>
                  </a:lnTo>
                  <a:cubicBezTo>
                    <a:pt x="1631" y="1793"/>
                    <a:pt x="1712" y="1820"/>
                    <a:pt x="1779" y="1820"/>
                  </a:cubicBezTo>
                  <a:cubicBezTo>
                    <a:pt x="1847" y="1820"/>
                    <a:pt x="1928" y="1793"/>
                    <a:pt x="1982" y="1752"/>
                  </a:cubicBezTo>
                  <a:lnTo>
                    <a:pt x="3345" y="510"/>
                  </a:lnTo>
                  <a:cubicBezTo>
                    <a:pt x="3467" y="402"/>
                    <a:pt x="3481" y="213"/>
                    <a:pt x="3372" y="105"/>
                  </a:cubicBezTo>
                  <a:cubicBezTo>
                    <a:pt x="3308" y="34"/>
                    <a:pt x="3229" y="0"/>
                    <a:pt x="3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2"/>
            <p:cNvSpPr/>
            <p:nvPr/>
          </p:nvSpPr>
          <p:spPr>
            <a:xfrm>
              <a:off x="3314325" y="3132750"/>
              <a:ext cx="152925" cy="86750"/>
            </a:xfrm>
            <a:custGeom>
              <a:avLst/>
              <a:gdLst/>
              <a:ahLst/>
              <a:cxnLst/>
              <a:rect l="l" t="t" r="r" b="b"/>
              <a:pathLst>
                <a:path w="6117" h="3470" extrusionOk="0">
                  <a:moveTo>
                    <a:pt x="1729" y="0"/>
                  </a:moveTo>
                  <a:cubicBezTo>
                    <a:pt x="784" y="0"/>
                    <a:pt x="1" y="770"/>
                    <a:pt x="1" y="1728"/>
                  </a:cubicBezTo>
                  <a:cubicBezTo>
                    <a:pt x="1" y="2687"/>
                    <a:pt x="784" y="3456"/>
                    <a:pt x="1729" y="3470"/>
                  </a:cubicBezTo>
                  <a:lnTo>
                    <a:pt x="4389" y="3470"/>
                  </a:lnTo>
                  <a:cubicBezTo>
                    <a:pt x="5334" y="3470"/>
                    <a:pt x="6117" y="2687"/>
                    <a:pt x="6117" y="1728"/>
                  </a:cubicBezTo>
                  <a:cubicBezTo>
                    <a:pt x="6117" y="770"/>
                    <a:pt x="5347" y="0"/>
                    <a:pt x="43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2"/>
            <p:cNvSpPr/>
            <p:nvPr/>
          </p:nvSpPr>
          <p:spPr>
            <a:xfrm>
              <a:off x="3535750" y="3132750"/>
              <a:ext cx="152575" cy="86750"/>
            </a:xfrm>
            <a:custGeom>
              <a:avLst/>
              <a:gdLst/>
              <a:ahLst/>
              <a:cxnLst/>
              <a:rect l="l" t="t" r="r" b="b"/>
              <a:pathLst>
                <a:path w="6103" h="3470" extrusionOk="0">
                  <a:moveTo>
                    <a:pt x="1729" y="0"/>
                  </a:moveTo>
                  <a:cubicBezTo>
                    <a:pt x="770" y="0"/>
                    <a:pt x="0" y="770"/>
                    <a:pt x="0" y="1728"/>
                  </a:cubicBezTo>
                  <a:cubicBezTo>
                    <a:pt x="0" y="2687"/>
                    <a:pt x="770" y="3456"/>
                    <a:pt x="1729" y="3470"/>
                  </a:cubicBezTo>
                  <a:lnTo>
                    <a:pt x="4375" y="3470"/>
                  </a:lnTo>
                  <a:cubicBezTo>
                    <a:pt x="5333" y="3456"/>
                    <a:pt x="6103" y="2687"/>
                    <a:pt x="6103" y="1728"/>
                  </a:cubicBezTo>
                  <a:cubicBezTo>
                    <a:pt x="6103" y="770"/>
                    <a:pt x="5333" y="0"/>
                    <a:pt x="4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2"/>
            <p:cNvSpPr/>
            <p:nvPr/>
          </p:nvSpPr>
          <p:spPr>
            <a:xfrm>
              <a:off x="3537100" y="3268750"/>
              <a:ext cx="130975" cy="112175"/>
            </a:xfrm>
            <a:custGeom>
              <a:avLst/>
              <a:gdLst/>
              <a:ahLst/>
              <a:cxnLst/>
              <a:rect l="l" t="t" r="r" b="b"/>
              <a:pathLst>
                <a:path w="5239" h="4487" extrusionOk="0">
                  <a:moveTo>
                    <a:pt x="2998" y="1"/>
                  </a:moveTo>
                  <a:cubicBezTo>
                    <a:pt x="999" y="1"/>
                    <a:pt x="0" y="2418"/>
                    <a:pt x="1418" y="3822"/>
                  </a:cubicBezTo>
                  <a:cubicBezTo>
                    <a:pt x="1873" y="4281"/>
                    <a:pt x="2435" y="4487"/>
                    <a:pt x="2986" y="4487"/>
                  </a:cubicBezTo>
                  <a:cubicBezTo>
                    <a:pt x="4135" y="4487"/>
                    <a:pt x="5239" y="3593"/>
                    <a:pt x="5239" y="2242"/>
                  </a:cubicBezTo>
                  <a:cubicBezTo>
                    <a:pt x="5239" y="1000"/>
                    <a:pt x="4240" y="1"/>
                    <a:pt x="2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2"/>
            <p:cNvSpPr/>
            <p:nvPr/>
          </p:nvSpPr>
          <p:spPr>
            <a:xfrm>
              <a:off x="3321075" y="3268750"/>
              <a:ext cx="131000" cy="112175"/>
            </a:xfrm>
            <a:custGeom>
              <a:avLst/>
              <a:gdLst/>
              <a:ahLst/>
              <a:cxnLst/>
              <a:rect l="l" t="t" r="r" b="b"/>
              <a:pathLst>
                <a:path w="5240" h="4487" extrusionOk="0">
                  <a:moveTo>
                    <a:pt x="2998" y="1"/>
                  </a:moveTo>
                  <a:cubicBezTo>
                    <a:pt x="1000" y="1"/>
                    <a:pt x="1" y="2418"/>
                    <a:pt x="1405" y="3822"/>
                  </a:cubicBezTo>
                  <a:cubicBezTo>
                    <a:pt x="1864" y="4281"/>
                    <a:pt x="2429" y="4487"/>
                    <a:pt x="2982" y="4487"/>
                  </a:cubicBezTo>
                  <a:cubicBezTo>
                    <a:pt x="4135" y="4487"/>
                    <a:pt x="5239" y="3593"/>
                    <a:pt x="5239" y="2242"/>
                  </a:cubicBezTo>
                  <a:cubicBezTo>
                    <a:pt x="5239" y="1000"/>
                    <a:pt x="4227" y="1"/>
                    <a:pt x="2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2"/>
            <p:cNvSpPr/>
            <p:nvPr/>
          </p:nvSpPr>
          <p:spPr>
            <a:xfrm>
              <a:off x="3104725" y="3268750"/>
              <a:ext cx="130975" cy="112275"/>
            </a:xfrm>
            <a:custGeom>
              <a:avLst/>
              <a:gdLst/>
              <a:ahLst/>
              <a:cxnLst/>
              <a:rect l="l" t="t" r="r" b="b"/>
              <a:pathLst>
                <a:path w="5239" h="4491" extrusionOk="0">
                  <a:moveTo>
                    <a:pt x="2998" y="1"/>
                  </a:moveTo>
                  <a:cubicBezTo>
                    <a:pt x="1000" y="1"/>
                    <a:pt x="1" y="2418"/>
                    <a:pt x="1418" y="3835"/>
                  </a:cubicBezTo>
                  <a:cubicBezTo>
                    <a:pt x="1875" y="4288"/>
                    <a:pt x="2435" y="4491"/>
                    <a:pt x="2984" y="4491"/>
                  </a:cubicBezTo>
                  <a:cubicBezTo>
                    <a:pt x="4136" y="4491"/>
                    <a:pt x="5239" y="3596"/>
                    <a:pt x="5239" y="2242"/>
                  </a:cubicBezTo>
                  <a:cubicBezTo>
                    <a:pt x="5239" y="1000"/>
                    <a:pt x="4240" y="1"/>
                    <a:pt x="2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2"/>
            <p:cNvSpPr/>
            <p:nvPr/>
          </p:nvSpPr>
          <p:spPr>
            <a:xfrm>
              <a:off x="3104725" y="3120250"/>
              <a:ext cx="130975" cy="112175"/>
            </a:xfrm>
            <a:custGeom>
              <a:avLst/>
              <a:gdLst/>
              <a:ahLst/>
              <a:cxnLst/>
              <a:rect l="l" t="t" r="r" b="b"/>
              <a:pathLst>
                <a:path w="5239" h="4487" extrusionOk="0">
                  <a:moveTo>
                    <a:pt x="2998" y="1"/>
                  </a:moveTo>
                  <a:cubicBezTo>
                    <a:pt x="1000" y="1"/>
                    <a:pt x="1" y="2417"/>
                    <a:pt x="1418" y="3821"/>
                  </a:cubicBezTo>
                  <a:cubicBezTo>
                    <a:pt x="1878" y="4281"/>
                    <a:pt x="2441" y="4486"/>
                    <a:pt x="2992" y="4486"/>
                  </a:cubicBezTo>
                  <a:cubicBezTo>
                    <a:pt x="4141" y="4486"/>
                    <a:pt x="5239" y="3592"/>
                    <a:pt x="5239" y="2242"/>
                  </a:cubicBezTo>
                  <a:cubicBezTo>
                    <a:pt x="5239" y="1000"/>
                    <a:pt x="4240" y="1"/>
                    <a:pt x="2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2"/>
            <p:cNvSpPr/>
            <p:nvPr/>
          </p:nvSpPr>
          <p:spPr>
            <a:xfrm>
              <a:off x="3133750" y="3141850"/>
              <a:ext cx="80025" cy="68550"/>
            </a:xfrm>
            <a:custGeom>
              <a:avLst/>
              <a:gdLst/>
              <a:ahLst/>
              <a:cxnLst/>
              <a:rect l="l" t="t" r="r" b="b"/>
              <a:pathLst>
                <a:path w="3201" h="2742" extrusionOk="0">
                  <a:moveTo>
                    <a:pt x="1837" y="298"/>
                  </a:moveTo>
                  <a:cubicBezTo>
                    <a:pt x="2431" y="298"/>
                    <a:pt x="2917" y="784"/>
                    <a:pt x="2917" y="1378"/>
                  </a:cubicBezTo>
                  <a:cubicBezTo>
                    <a:pt x="2917" y="2025"/>
                    <a:pt x="2387" y="2451"/>
                    <a:pt x="1835" y="2451"/>
                  </a:cubicBezTo>
                  <a:cubicBezTo>
                    <a:pt x="1570" y="2451"/>
                    <a:pt x="1300" y="2353"/>
                    <a:pt x="1081" y="2134"/>
                  </a:cubicBezTo>
                  <a:cubicBezTo>
                    <a:pt x="406" y="1459"/>
                    <a:pt x="878" y="298"/>
                    <a:pt x="1837" y="298"/>
                  </a:cubicBezTo>
                  <a:close/>
                  <a:moveTo>
                    <a:pt x="1825" y="0"/>
                  </a:moveTo>
                  <a:cubicBezTo>
                    <a:pt x="1488" y="0"/>
                    <a:pt x="1145" y="126"/>
                    <a:pt x="865" y="406"/>
                  </a:cubicBezTo>
                  <a:cubicBezTo>
                    <a:pt x="1" y="1270"/>
                    <a:pt x="622" y="2741"/>
                    <a:pt x="1837" y="2741"/>
                  </a:cubicBezTo>
                  <a:cubicBezTo>
                    <a:pt x="2593" y="2741"/>
                    <a:pt x="3200" y="2134"/>
                    <a:pt x="3200" y="1378"/>
                  </a:cubicBezTo>
                  <a:cubicBezTo>
                    <a:pt x="3200" y="547"/>
                    <a:pt x="2528" y="0"/>
                    <a:pt x="18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2"/>
            <p:cNvSpPr/>
            <p:nvPr/>
          </p:nvSpPr>
          <p:spPr>
            <a:xfrm>
              <a:off x="3428750" y="1893525"/>
              <a:ext cx="170150" cy="94850"/>
            </a:xfrm>
            <a:custGeom>
              <a:avLst/>
              <a:gdLst/>
              <a:ahLst/>
              <a:cxnLst/>
              <a:rect l="l" t="t" r="r" b="b"/>
              <a:pathLst>
                <a:path w="6806" h="3794" extrusionOk="0">
                  <a:moveTo>
                    <a:pt x="6084" y="1"/>
                  </a:moveTo>
                  <a:cubicBezTo>
                    <a:pt x="5995" y="1"/>
                    <a:pt x="5905" y="20"/>
                    <a:pt x="5820" y="61"/>
                  </a:cubicBezTo>
                  <a:lnTo>
                    <a:pt x="446" y="2599"/>
                  </a:lnTo>
                  <a:cubicBezTo>
                    <a:pt x="136" y="2748"/>
                    <a:pt x="1" y="3112"/>
                    <a:pt x="149" y="3436"/>
                  </a:cubicBezTo>
                  <a:cubicBezTo>
                    <a:pt x="247" y="3661"/>
                    <a:pt x="479" y="3794"/>
                    <a:pt x="717" y="3794"/>
                  </a:cubicBezTo>
                  <a:cubicBezTo>
                    <a:pt x="808" y="3794"/>
                    <a:pt x="900" y="3774"/>
                    <a:pt x="986" y="3733"/>
                  </a:cubicBezTo>
                  <a:lnTo>
                    <a:pt x="6360" y="1209"/>
                  </a:lnTo>
                  <a:cubicBezTo>
                    <a:pt x="6670" y="1047"/>
                    <a:pt x="6805" y="682"/>
                    <a:pt x="6657" y="371"/>
                  </a:cubicBezTo>
                  <a:cubicBezTo>
                    <a:pt x="6549" y="136"/>
                    <a:pt x="6320" y="1"/>
                    <a:pt x="60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2"/>
            <p:cNvSpPr/>
            <p:nvPr/>
          </p:nvSpPr>
          <p:spPr>
            <a:xfrm>
              <a:off x="3428425" y="1968800"/>
              <a:ext cx="170475" cy="94850"/>
            </a:xfrm>
            <a:custGeom>
              <a:avLst/>
              <a:gdLst/>
              <a:ahLst/>
              <a:cxnLst/>
              <a:rect l="l" t="t" r="r" b="b"/>
              <a:pathLst>
                <a:path w="6819" h="3794" extrusionOk="0">
                  <a:moveTo>
                    <a:pt x="6097" y="1"/>
                  </a:moveTo>
                  <a:cubicBezTo>
                    <a:pt x="6008" y="1"/>
                    <a:pt x="5918" y="20"/>
                    <a:pt x="5833" y="61"/>
                  </a:cubicBezTo>
                  <a:lnTo>
                    <a:pt x="459" y="2599"/>
                  </a:lnTo>
                  <a:cubicBezTo>
                    <a:pt x="135" y="2747"/>
                    <a:pt x="0" y="3112"/>
                    <a:pt x="162" y="3436"/>
                  </a:cubicBezTo>
                  <a:cubicBezTo>
                    <a:pt x="260" y="3661"/>
                    <a:pt x="492" y="3793"/>
                    <a:pt x="730" y="3793"/>
                  </a:cubicBezTo>
                  <a:cubicBezTo>
                    <a:pt x="821" y="3793"/>
                    <a:pt x="913" y="3774"/>
                    <a:pt x="999" y="3733"/>
                  </a:cubicBezTo>
                  <a:lnTo>
                    <a:pt x="6373" y="1195"/>
                  </a:lnTo>
                  <a:cubicBezTo>
                    <a:pt x="6683" y="1046"/>
                    <a:pt x="6818" y="682"/>
                    <a:pt x="6670" y="371"/>
                  </a:cubicBezTo>
                  <a:cubicBezTo>
                    <a:pt x="6562" y="136"/>
                    <a:pt x="6333" y="1"/>
                    <a:pt x="60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2"/>
            <p:cNvSpPr/>
            <p:nvPr/>
          </p:nvSpPr>
          <p:spPr>
            <a:xfrm>
              <a:off x="3428425" y="2044050"/>
              <a:ext cx="170475" cy="94850"/>
            </a:xfrm>
            <a:custGeom>
              <a:avLst/>
              <a:gdLst/>
              <a:ahLst/>
              <a:cxnLst/>
              <a:rect l="l" t="t" r="r" b="b"/>
              <a:pathLst>
                <a:path w="6819" h="3794" extrusionOk="0">
                  <a:moveTo>
                    <a:pt x="6099" y="1"/>
                  </a:moveTo>
                  <a:cubicBezTo>
                    <a:pt x="6009" y="1"/>
                    <a:pt x="5918" y="20"/>
                    <a:pt x="5833" y="61"/>
                  </a:cubicBezTo>
                  <a:lnTo>
                    <a:pt x="459" y="2600"/>
                  </a:lnTo>
                  <a:cubicBezTo>
                    <a:pt x="135" y="2735"/>
                    <a:pt x="0" y="3113"/>
                    <a:pt x="162" y="3423"/>
                  </a:cubicBezTo>
                  <a:cubicBezTo>
                    <a:pt x="260" y="3658"/>
                    <a:pt x="493" y="3794"/>
                    <a:pt x="732" y="3794"/>
                  </a:cubicBezTo>
                  <a:cubicBezTo>
                    <a:pt x="823" y="3794"/>
                    <a:pt x="914" y="3774"/>
                    <a:pt x="999" y="3734"/>
                  </a:cubicBezTo>
                  <a:lnTo>
                    <a:pt x="6373" y="1195"/>
                  </a:lnTo>
                  <a:cubicBezTo>
                    <a:pt x="6683" y="1047"/>
                    <a:pt x="6818" y="682"/>
                    <a:pt x="6670" y="358"/>
                  </a:cubicBezTo>
                  <a:cubicBezTo>
                    <a:pt x="6562" y="134"/>
                    <a:pt x="6335" y="1"/>
                    <a:pt x="60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4"/>
          <p:cNvSpPr txBox="1">
            <a:spLocks noGrp="1"/>
          </p:cNvSpPr>
          <p:nvPr>
            <p:ph type="title"/>
          </p:nvPr>
        </p:nvSpPr>
        <p:spPr>
          <a:xfrm>
            <a:off x="672703" y="2374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Tabla de contenidos</a:t>
            </a:r>
            <a:endParaRPr dirty="0"/>
          </a:p>
        </p:txBody>
      </p:sp>
      <p:sp>
        <p:nvSpPr>
          <p:cNvPr id="583" name="Google Shape;583;p44"/>
          <p:cNvSpPr txBox="1">
            <a:spLocks noGrp="1"/>
          </p:cNvSpPr>
          <p:nvPr>
            <p:ph type="subTitle" idx="17"/>
          </p:nvPr>
        </p:nvSpPr>
        <p:spPr>
          <a:xfrm>
            <a:off x="2950066" y="1702036"/>
            <a:ext cx="2305500" cy="5727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Encuestas y datos de Statista</a:t>
            </a:r>
            <a:endParaRPr sz="1800" dirty="0"/>
          </a:p>
        </p:txBody>
      </p:sp>
      <p:sp>
        <p:nvSpPr>
          <p:cNvPr id="590" name="Google Shape;590;p44"/>
          <p:cNvSpPr txBox="1">
            <a:spLocks noGrp="1"/>
          </p:cNvSpPr>
          <p:nvPr>
            <p:ph type="title" idx="7"/>
          </p:nvPr>
        </p:nvSpPr>
        <p:spPr>
          <a:xfrm>
            <a:off x="818402" y="113673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91" name="Google Shape;591;p44"/>
          <p:cNvSpPr txBox="1">
            <a:spLocks noGrp="1"/>
          </p:cNvSpPr>
          <p:nvPr>
            <p:ph type="title" idx="8"/>
          </p:nvPr>
        </p:nvSpPr>
        <p:spPr>
          <a:xfrm>
            <a:off x="818402" y="294117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92" name="Google Shape;592;p44"/>
          <p:cNvSpPr txBox="1">
            <a:spLocks noGrp="1"/>
          </p:cNvSpPr>
          <p:nvPr>
            <p:ph type="title" idx="9"/>
          </p:nvPr>
        </p:nvSpPr>
        <p:spPr>
          <a:xfrm>
            <a:off x="3517677" y="113673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93" name="Google Shape;593;p44"/>
          <p:cNvSpPr txBox="1">
            <a:spLocks noGrp="1"/>
          </p:cNvSpPr>
          <p:nvPr>
            <p:ph type="title" idx="13"/>
          </p:nvPr>
        </p:nvSpPr>
        <p:spPr>
          <a:xfrm>
            <a:off x="3556477" y="293440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94" name="Google Shape;594;p44"/>
          <p:cNvSpPr txBox="1">
            <a:spLocks noGrp="1"/>
          </p:cNvSpPr>
          <p:nvPr>
            <p:ph type="title" idx="14"/>
          </p:nvPr>
        </p:nvSpPr>
        <p:spPr>
          <a:xfrm>
            <a:off x="6216952" y="113673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96" name="Google Shape;596;p44"/>
          <p:cNvSpPr txBox="1">
            <a:spLocks noGrp="1"/>
          </p:cNvSpPr>
          <p:nvPr>
            <p:ph type="subTitle" idx="16"/>
          </p:nvPr>
        </p:nvSpPr>
        <p:spPr>
          <a:xfrm>
            <a:off x="548831" y="1285267"/>
            <a:ext cx="2305500" cy="7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/>
              <a:t>Introducción</a:t>
            </a:r>
            <a:endParaRPr sz="2200" dirty="0"/>
          </a:p>
        </p:txBody>
      </p:sp>
      <p:sp>
        <p:nvSpPr>
          <p:cNvPr id="597" name="Google Shape;597;p44"/>
          <p:cNvSpPr txBox="1">
            <a:spLocks noGrp="1"/>
          </p:cNvSpPr>
          <p:nvPr>
            <p:ph type="subTitle" idx="18"/>
          </p:nvPr>
        </p:nvSpPr>
        <p:spPr>
          <a:xfrm>
            <a:off x="5551568" y="1653426"/>
            <a:ext cx="2305500" cy="6699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/>
              <a:t>Descriptivo y gráficos</a:t>
            </a:r>
            <a:endParaRPr sz="1800" dirty="0"/>
          </a:p>
        </p:txBody>
      </p:sp>
      <p:sp>
        <p:nvSpPr>
          <p:cNvPr id="598" name="Google Shape;598;p44"/>
          <p:cNvSpPr txBox="1">
            <a:spLocks noGrp="1"/>
          </p:cNvSpPr>
          <p:nvPr>
            <p:ph type="subTitle" idx="19"/>
          </p:nvPr>
        </p:nvSpPr>
        <p:spPr>
          <a:xfrm>
            <a:off x="517114" y="3067543"/>
            <a:ext cx="2915078" cy="7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dirty="0"/>
              <a:t>Regresiones</a:t>
            </a:r>
            <a:endParaRPr lang="en" sz="1700" dirty="0"/>
          </a:p>
        </p:txBody>
      </p:sp>
      <p:sp>
        <p:nvSpPr>
          <p:cNvPr id="599" name="Google Shape;599;p44"/>
          <p:cNvSpPr txBox="1">
            <a:spLocks noGrp="1"/>
          </p:cNvSpPr>
          <p:nvPr>
            <p:ph type="subTitle" idx="20"/>
          </p:nvPr>
        </p:nvSpPr>
        <p:spPr>
          <a:xfrm>
            <a:off x="2585050" y="3042992"/>
            <a:ext cx="2827645" cy="7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Conclusiones</a:t>
            </a:r>
          </a:p>
        </p:txBody>
      </p:sp>
      <p:sp>
        <p:nvSpPr>
          <p:cNvPr id="8" name="Google Shape;983;p53">
            <a:extLst>
              <a:ext uri="{FF2B5EF4-FFF2-40B4-BE49-F238E27FC236}">
                <a16:creationId xmlns:a16="http://schemas.microsoft.com/office/drawing/2014/main" id="{2EB7F2B7-68C0-C8B4-4F65-206F0BF51D67}"/>
              </a:ext>
            </a:extLst>
          </p:cNvPr>
          <p:cNvSpPr/>
          <p:nvPr/>
        </p:nvSpPr>
        <p:spPr>
          <a:xfrm>
            <a:off x="890392" y="2048174"/>
            <a:ext cx="635994" cy="6016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Google Shape;983;p53">
            <a:extLst>
              <a:ext uri="{FF2B5EF4-FFF2-40B4-BE49-F238E27FC236}">
                <a16:creationId xmlns:a16="http://schemas.microsoft.com/office/drawing/2014/main" id="{5CC52F36-51A2-7BAA-B699-E87C63DC749F}"/>
              </a:ext>
            </a:extLst>
          </p:cNvPr>
          <p:cNvSpPr/>
          <p:nvPr/>
        </p:nvSpPr>
        <p:spPr>
          <a:xfrm>
            <a:off x="6341692" y="2326591"/>
            <a:ext cx="632538" cy="6016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983;p53">
            <a:extLst>
              <a:ext uri="{FF2B5EF4-FFF2-40B4-BE49-F238E27FC236}">
                <a16:creationId xmlns:a16="http://schemas.microsoft.com/office/drawing/2014/main" id="{0FD571F1-783A-D485-EE9C-27746FC6DB32}"/>
              </a:ext>
            </a:extLst>
          </p:cNvPr>
          <p:cNvSpPr/>
          <p:nvPr/>
        </p:nvSpPr>
        <p:spPr>
          <a:xfrm>
            <a:off x="3694969" y="3811845"/>
            <a:ext cx="669300" cy="669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924;p52">
            <a:extLst>
              <a:ext uri="{FF2B5EF4-FFF2-40B4-BE49-F238E27FC236}">
                <a16:creationId xmlns:a16="http://schemas.microsoft.com/office/drawing/2014/main" id="{F3014C26-B95F-0F85-D146-CBA0346B1458}"/>
              </a:ext>
            </a:extLst>
          </p:cNvPr>
          <p:cNvSpPr/>
          <p:nvPr/>
        </p:nvSpPr>
        <p:spPr>
          <a:xfrm>
            <a:off x="3822206" y="2173734"/>
            <a:ext cx="632538" cy="60169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924;p52">
            <a:extLst>
              <a:ext uri="{FF2B5EF4-FFF2-40B4-BE49-F238E27FC236}">
                <a16:creationId xmlns:a16="http://schemas.microsoft.com/office/drawing/2014/main" id="{AA6409F4-8A93-6C94-2ED4-C6511A9336CC}"/>
              </a:ext>
            </a:extLst>
          </p:cNvPr>
          <p:cNvSpPr/>
          <p:nvPr/>
        </p:nvSpPr>
        <p:spPr>
          <a:xfrm>
            <a:off x="936374" y="3872649"/>
            <a:ext cx="563768" cy="57270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0089;p89">
            <a:extLst>
              <a:ext uri="{FF2B5EF4-FFF2-40B4-BE49-F238E27FC236}">
                <a16:creationId xmlns:a16="http://schemas.microsoft.com/office/drawing/2014/main" id="{AFF03859-2E36-F9EE-325E-94C6FC31455D}"/>
              </a:ext>
            </a:extLst>
          </p:cNvPr>
          <p:cNvGrpSpPr/>
          <p:nvPr/>
        </p:nvGrpSpPr>
        <p:grpSpPr>
          <a:xfrm>
            <a:off x="1008034" y="2145282"/>
            <a:ext cx="400745" cy="399276"/>
            <a:chOff x="4673540" y="3680297"/>
            <a:chExt cx="355434" cy="355815"/>
          </a:xfrm>
          <a:solidFill>
            <a:schemeClr val="bg1">
              <a:lumMod val="10000"/>
            </a:schemeClr>
          </a:solidFill>
        </p:grpSpPr>
        <p:sp>
          <p:nvSpPr>
            <p:cNvPr id="14" name="Google Shape;10090;p89">
              <a:extLst>
                <a:ext uri="{FF2B5EF4-FFF2-40B4-BE49-F238E27FC236}">
                  <a16:creationId xmlns:a16="http://schemas.microsoft.com/office/drawing/2014/main" id="{8D108750-F147-0F96-79DC-F0250A31EC3A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>
                    <a:lumMod val="10000"/>
                  </a:schemeClr>
                </a:solidFill>
              </a:endParaRPr>
            </a:p>
          </p:txBody>
        </p:sp>
        <p:sp>
          <p:nvSpPr>
            <p:cNvPr id="15" name="Google Shape;10091;p89">
              <a:extLst>
                <a:ext uri="{FF2B5EF4-FFF2-40B4-BE49-F238E27FC236}">
                  <a16:creationId xmlns:a16="http://schemas.microsoft.com/office/drawing/2014/main" id="{F3CC8841-C4FC-0547-D65F-CAF3340B0F6C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>
                    <a:lumMod val="10000"/>
                  </a:schemeClr>
                </a:solidFill>
              </a:endParaRPr>
            </a:p>
          </p:txBody>
        </p:sp>
        <p:sp>
          <p:nvSpPr>
            <p:cNvPr id="16" name="Google Shape;10092;p89">
              <a:extLst>
                <a:ext uri="{FF2B5EF4-FFF2-40B4-BE49-F238E27FC236}">
                  <a16:creationId xmlns:a16="http://schemas.microsoft.com/office/drawing/2014/main" id="{05A73C9B-DFF2-3678-0F4A-18E52E7D3ED1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>
                    <a:lumMod val="10000"/>
                  </a:schemeClr>
                </a:solidFill>
              </a:endParaRPr>
            </a:p>
          </p:txBody>
        </p:sp>
      </p:grpSp>
      <p:sp>
        <p:nvSpPr>
          <p:cNvPr id="17" name="Google Shape;13672;p95">
            <a:extLst>
              <a:ext uri="{FF2B5EF4-FFF2-40B4-BE49-F238E27FC236}">
                <a16:creationId xmlns:a16="http://schemas.microsoft.com/office/drawing/2014/main" id="{C8C67845-AB9A-C68F-35E5-DCD3E3039944}"/>
              </a:ext>
            </a:extLst>
          </p:cNvPr>
          <p:cNvSpPr/>
          <p:nvPr/>
        </p:nvSpPr>
        <p:spPr>
          <a:xfrm>
            <a:off x="1508554" y="1803181"/>
            <a:ext cx="59522" cy="10663"/>
          </a:xfrm>
          <a:custGeom>
            <a:avLst/>
            <a:gdLst/>
            <a:ahLst/>
            <a:cxnLst/>
            <a:rect l="l" t="t" r="r" b="b"/>
            <a:pathLst>
              <a:path w="1870" h="335" extrusionOk="0">
                <a:moveTo>
                  <a:pt x="167" y="1"/>
                </a:moveTo>
                <a:cubicBezTo>
                  <a:pt x="72" y="1"/>
                  <a:pt x="1" y="84"/>
                  <a:pt x="1" y="168"/>
                </a:cubicBezTo>
                <a:cubicBezTo>
                  <a:pt x="1" y="263"/>
                  <a:pt x="72" y="334"/>
                  <a:pt x="167" y="334"/>
                </a:cubicBezTo>
                <a:lnTo>
                  <a:pt x="1703" y="334"/>
                </a:lnTo>
                <a:cubicBezTo>
                  <a:pt x="1798" y="334"/>
                  <a:pt x="1870" y="263"/>
                  <a:pt x="1870" y="168"/>
                </a:cubicBezTo>
                <a:cubicBezTo>
                  <a:pt x="1870" y="84"/>
                  <a:pt x="1798" y="1"/>
                  <a:pt x="1703" y="1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10635;p91">
            <a:extLst>
              <a:ext uri="{FF2B5EF4-FFF2-40B4-BE49-F238E27FC236}">
                <a16:creationId xmlns:a16="http://schemas.microsoft.com/office/drawing/2014/main" id="{2E111975-B6A2-E63C-80FB-2FDAF4DC99BE}"/>
              </a:ext>
            </a:extLst>
          </p:cNvPr>
          <p:cNvGrpSpPr/>
          <p:nvPr/>
        </p:nvGrpSpPr>
        <p:grpSpPr>
          <a:xfrm>
            <a:off x="3956527" y="2221584"/>
            <a:ext cx="334650" cy="505994"/>
            <a:chOff x="910723" y="1508212"/>
            <a:chExt cx="251660" cy="350166"/>
          </a:xfrm>
          <a:solidFill>
            <a:schemeClr val="bg1">
              <a:lumMod val="10000"/>
            </a:schemeClr>
          </a:solidFill>
        </p:grpSpPr>
        <p:sp>
          <p:nvSpPr>
            <p:cNvPr id="21" name="Google Shape;10636;p91">
              <a:extLst>
                <a:ext uri="{FF2B5EF4-FFF2-40B4-BE49-F238E27FC236}">
                  <a16:creationId xmlns:a16="http://schemas.microsoft.com/office/drawing/2014/main" id="{C25921F4-365B-7798-8C3F-C2CD2A7B4226}"/>
                </a:ext>
              </a:extLst>
            </p:cNvPr>
            <p:cNvSpPr/>
            <p:nvPr/>
          </p:nvSpPr>
          <p:spPr>
            <a:xfrm>
              <a:off x="910723" y="1508212"/>
              <a:ext cx="251660" cy="350166"/>
            </a:xfrm>
            <a:custGeom>
              <a:avLst/>
              <a:gdLst/>
              <a:ahLst/>
              <a:cxnLst/>
              <a:rect l="l" t="t" r="r" b="b"/>
              <a:pathLst>
                <a:path w="7907" h="11002" extrusionOk="0">
                  <a:moveTo>
                    <a:pt x="3942" y="334"/>
                  </a:moveTo>
                  <a:cubicBezTo>
                    <a:pt x="4132" y="334"/>
                    <a:pt x="4299" y="441"/>
                    <a:pt x="4394" y="608"/>
                  </a:cubicBezTo>
                  <a:cubicBezTo>
                    <a:pt x="4418" y="644"/>
                    <a:pt x="4466" y="679"/>
                    <a:pt x="4525" y="679"/>
                  </a:cubicBezTo>
                  <a:lnTo>
                    <a:pt x="5132" y="679"/>
                  </a:lnTo>
                  <a:cubicBezTo>
                    <a:pt x="5240" y="679"/>
                    <a:pt x="5311" y="763"/>
                    <a:pt x="5311" y="858"/>
                  </a:cubicBezTo>
                  <a:lnTo>
                    <a:pt x="5311" y="1382"/>
                  </a:lnTo>
                  <a:lnTo>
                    <a:pt x="2573" y="1382"/>
                  </a:lnTo>
                  <a:lnTo>
                    <a:pt x="2573" y="858"/>
                  </a:lnTo>
                  <a:cubicBezTo>
                    <a:pt x="2573" y="751"/>
                    <a:pt x="2668" y="679"/>
                    <a:pt x="2751" y="679"/>
                  </a:cubicBezTo>
                  <a:lnTo>
                    <a:pt x="3358" y="679"/>
                  </a:lnTo>
                  <a:cubicBezTo>
                    <a:pt x="3418" y="679"/>
                    <a:pt x="3466" y="644"/>
                    <a:pt x="3501" y="608"/>
                  </a:cubicBezTo>
                  <a:cubicBezTo>
                    <a:pt x="3585" y="441"/>
                    <a:pt x="3763" y="334"/>
                    <a:pt x="3942" y="334"/>
                  </a:cubicBezTo>
                  <a:close/>
                  <a:moveTo>
                    <a:pt x="7240" y="1013"/>
                  </a:moveTo>
                  <a:cubicBezTo>
                    <a:pt x="7442" y="1013"/>
                    <a:pt x="7609" y="1179"/>
                    <a:pt x="7609" y="1370"/>
                  </a:cubicBezTo>
                  <a:lnTo>
                    <a:pt x="7609" y="10323"/>
                  </a:lnTo>
                  <a:lnTo>
                    <a:pt x="7585" y="10323"/>
                  </a:lnTo>
                  <a:cubicBezTo>
                    <a:pt x="7585" y="10514"/>
                    <a:pt x="7430" y="10681"/>
                    <a:pt x="7228" y="10681"/>
                  </a:cubicBezTo>
                  <a:lnTo>
                    <a:pt x="691" y="10681"/>
                  </a:lnTo>
                  <a:cubicBezTo>
                    <a:pt x="501" y="10681"/>
                    <a:pt x="334" y="10514"/>
                    <a:pt x="334" y="10323"/>
                  </a:cubicBezTo>
                  <a:lnTo>
                    <a:pt x="334" y="1370"/>
                  </a:lnTo>
                  <a:cubicBezTo>
                    <a:pt x="334" y="1179"/>
                    <a:pt x="501" y="1013"/>
                    <a:pt x="691" y="1013"/>
                  </a:cubicBezTo>
                  <a:lnTo>
                    <a:pt x="2263" y="1013"/>
                  </a:lnTo>
                  <a:lnTo>
                    <a:pt x="2263" y="1537"/>
                  </a:lnTo>
                  <a:cubicBezTo>
                    <a:pt x="2263" y="1632"/>
                    <a:pt x="2335" y="1703"/>
                    <a:pt x="2418" y="1703"/>
                  </a:cubicBezTo>
                  <a:lnTo>
                    <a:pt x="5525" y="1703"/>
                  </a:lnTo>
                  <a:cubicBezTo>
                    <a:pt x="5609" y="1703"/>
                    <a:pt x="5680" y="1632"/>
                    <a:pt x="5680" y="1537"/>
                  </a:cubicBezTo>
                  <a:lnTo>
                    <a:pt x="5680" y="1013"/>
                  </a:lnTo>
                  <a:close/>
                  <a:moveTo>
                    <a:pt x="3954" y="1"/>
                  </a:moveTo>
                  <a:cubicBezTo>
                    <a:pt x="3692" y="1"/>
                    <a:pt x="3442" y="144"/>
                    <a:pt x="3275" y="346"/>
                  </a:cubicBezTo>
                  <a:lnTo>
                    <a:pt x="2751" y="346"/>
                  </a:lnTo>
                  <a:cubicBezTo>
                    <a:pt x="2525" y="346"/>
                    <a:pt x="2335" y="501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9"/>
                    <a:pt x="1" y="1382"/>
                  </a:cubicBezTo>
                  <a:lnTo>
                    <a:pt x="1" y="10323"/>
                  </a:lnTo>
                  <a:cubicBezTo>
                    <a:pt x="1" y="10692"/>
                    <a:pt x="299" y="11002"/>
                    <a:pt x="680" y="11002"/>
                  </a:cubicBezTo>
                  <a:lnTo>
                    <a:pt x="7216" y="11002"/>
                  </a:lnTo>
                  <a:cubicBezTo>
                    <a:pt x="7585" y="11002"/>
                    <a:pt x="7907" y="10704"/>
                    <a:pt x="7907" y="10323"/>
                  </a:cubicBezTo>
                  <a:lnTo>
                    <a:pt x="7907" y="1382"/>
                  </a:lnTo>
                  <a:cubicBezTo>
                    <a:pt x="7907" y="989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501"/>
                    <a:pt x="5383" y="346"/>
                    <a:pt x="5168" y="346"/>
                  </a:cubicBezTo>
                  <a:lnTo>
                    <a:pt x="4644" y="346"/>
                  </a:lnTo>
                  <a:cubicBezTo>
                    <a:pt x="4478" y="144"/>
                    <a:pt x="4228" y="1"/>
                    <a:pt x="3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637;p91">
              <a:extLst>
                <a:ext uri="{FF2B5EF4-FFF2-40B4-BE49-F238E27FC236}">
                  <a16:creationId xmlns:a16="http://schemas.microsoft.com/office/drawing/2014/main" id="{9266D9AD-FDFB-44D0-B8A0-A69BEB62C012}"/>
                </a:ext>
              </a:extLst>
            </p:cNvPr>
            <p:cNvSpPr/>
            <p:nvPr/>
          </p:nvSpPr>
          <p:spPr>
            <a:xfrm>
              <a:off x="1031604" y="1530205"/>
              <a:ext cx="10280" cy="10248"/>
            </a:xfrm>
            <a:custGeom>
              <a:avLst/>
              <a:gdLst/>
              <a:ahLst/>
              <a:cxnLst/>
              <a:rect l="l" t="t" r="r" b="b"/>
              <a:pathLst>
                <a:path w="32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638;p91">
              <a:extLst>
                <a:ext uri="{FF2B5EF4-FFF2-40B4-BE49-F238E27FC236}">
                  <a16:creationId xmlns:a16="http://schemas.microsoft.com/office/drawing/2014/main" id="{0B7C2AAF-040B-0AAA-2688-7D56957875C7}"/>
                </a:ext>
              </a:extLst>
            </p:cNvPr>
            <p:cNvSpPr/>
            <p:nvPr/>
          </p:nvSpPr>
          <p:spPr>
            <a:xfrm>
              <a:off x="932334" y="1551784"/>
              <a:ext cx="208088" cy="273653"/>
            </a:xfrm>
            <a:custGeom>
              <a:avLst/>
              <a:gdLst/>
              <a:ahLst/>
              <a:cxnLst/>
              <a:rect l="l" t="t" r="r" b="b"/>
              <a:pathLst>
                <a:path w="6538" h="8598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8430"/>
                  </a:lnTo>
                  <a:cubicBezTo>
                    <a:pt x="1" y="8526"/>
                    <a:pt x="72" y="8597"/>
                    <a:pt x="167" y="8597"/>
                  </a:cubicBezTo>
                  <a:lnTo>
                    <a:pt x="6358" y="8597"/>
                  </a:lnTo>
                  <a:cubicBezTo>
                    <a:pt x="6442" y="8597"/>
                    <a:pt x="6525" y="8526"/>
                    <a:pt x="6525" y="8430"/>
                  </a:cubicBezTo>
                  <a:lnTo>
                    <a:pt x="6525" y="168"/>
                  </a:lnTo>
                  <a:cubicBezTo>
                    <a:pt x="6537" y="84"/>
                    <a:pt x="6466" y="13"/>
                    <a:pt x="6370" y="13"/>
                  </a:cubicBezTo>
                  <a:lnTo>
                    <a:pt x="5513" y="13"/>
                  </a:lnTo>
                  <a:cubicBezTo>
                    <a:pt x="5418" y="13"/>
                    <a:pt x="5346" y="84"/>
                    <a:pt x="5346" y="168"/>
                  </a:cubicBezTo>
                  <a:cubicBezTo>
                    <a:pt x="5346" y="263"/>
                    <a:pt x="5418" y="334"/>
                    <a:pt x="5513" y="334"/>
                  </a:cubicBezTo>
                  <a:lnTo>
                    <a:pt x="6204" y="334"/>
                  </a:lnTo>
                  <a:lnTo>
                    <a:pt x="6204" y="8264"/>
                  </a:lnTo>
                  <a:lnTo>
                    <a:pt x="334" y="8264"/>
                  </a:lnTo>
                  <a:lnTo>
                    <a:pt x="334" y="334"/>
                  </a:lnTo>
                  <a:lnTo>
                    <a:pt x="1024" y="334"/>
                  </a:lnTo>
                  <a:cubicBezTo>
                    <a:pt x="1120" y="334"/>
                    <a:pt x="1191" y="263"/>
                    <a:pt x="1191" y="168"/>
                  </a:cubicBezTo>
                  <a:cubicBezTo>
                    <a:pt x="1191" y="84"/>
                    <a:pt x="1120" y="1"/>
                    <a:pt x="10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39;p91">
              <a:extLst>
                <a:ext uri="{FF2B5EF4-FFF2-40B4-BE49-F238E27FC236}">
                  <a16:creationId xmlns:a16="http://schemas.microsoft.com/office/drawing/2014/main" id="{8641DA90-2722-C6F0-6ED0-829F1FB2999F}"/>
                </a:ext>
              </a:extLst>
            </p:cNvPr>
            <p:cNvSpPr/>
            <p:nvPr/>
          </p:nvSpPr>
          <p:spPr>
            <a:xfrm>
              <a:off x="965689" y="1661302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703" y="620"/>
                    <a:pt x="608" y="703"/>
                    <a:pt x="500" y="703"/>
                  </a:cubicBezTo>
                  <a:cubicBezTo>
                    <a:pt x="405" y="703"/>
                    <a:pt x="322" y="620"/>
                    <a:pt x="322" y="525"/>
                  </a:cubicBezTo>
                  <a:cubicBezTo>
                    <a:pt x="322" y="417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7"/>
                    <a:pt x="227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640;p91">
              <a:extLst>
                <a:ext uri="{FF2B5EF4-FFF2-40B4-BE49-F238E27FC236}">
                  <a16:creationId xmlns:a16="http://schemas.microsoft.com/office/drawing/2014/main" id="{8D7A8C21-6589-11BF-ABFB-851636043883}"/>
                </a:ext>
              </a:extLst>
            </p:cNvPr>
            <p:cNvSpPr/>
            <p:nvPr/>
          </p:nvSpPr>
          <p:spPr>
            <a:xfrm>
              <a:off x="965689" y="1710571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4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405" y="703"/>
                    <a:pt x="322" y="608"/>
                    <a:pt x="322" y="524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6"/>
                    <a:pt x="227" y="1013"/>
                    <a:pt x="500" y="1013"/>
                  </a:cubicBezTo>
                  <a:cubicBezTo>
                    <a:pt x="786" y="1013"/>
                    <a:pt x="1012" y="786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641;p91">
              <a:extLst>
                <a:ext uri="{FF2B5EF4-FFF2-40B4-BE49-F238E27FC236}">
                  <a16:creationId xmlns:a16="http://schemas.microsoft.com/office/drawing/2014/main" id="{C57D1143-2005-DEA6-6B04-DEA5498A719C}"/>
                </a:ext>
              </a:extLst>
            </p:cNvPr>
            <p:cNvSpPr/>
            <p:nvPr/>
          </p:nvSpPr>
          <p:spPr>
            <a:xfrm>
              <a:off x="965689" y="1760604"/>
              <a:ext cx="32241" cy="31859"/>
            </a:xfrm>
            <a:custGeom>
              <a:avLst/>
              <a:gdLst/>
              <a:ahLst/>
              <a:cxnLst/>
              <a:rect l="l" t="t" r="r" b="b"/>
              <a:pathLst>
                <a:path w="1013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0"/>
                  </a:cubicBezTo>
                  <a:cubicBezTo>
                    <a:pt x="703" y="596"/>
                    <a:pt x="608" y="679"/>
                    <a:pt x="500" y="679"/>
                  </a:cubicBezTo>
                  <a:cubicBezTo>
                    <a:pt x="405" y="679"/>
                    <a:pt x="322" y="584"/>
                    <a:pt x="322" y="500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27" y="0"/>
                    <a:pt x="0" y="215"/>
                    <a:pt x="0" y="500"/>
                  </a:cubicBezTo>
                  <a:cubicBezTo>
                    <a:pt x="0" y="786"/>
                    <a:pt x="227" y="1000"/>
                    <a:pt x="500" y="1000"/>
                  </a:cubicBezTo>
                  <a:cubicBezTo>
                    <a:pt x="786" y="1000"/>
                    <a:pt x="1012" y="786"/>
                    <a:pt x="1012" y="500"/>
                  </a:cubicBezTo>
                  <a:cubicBezTo>
                    <a:pt x="1012" y="215"/>
                    <a:pt x="786" y="0"/>
                    <a:pt x="5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642;p91">
              <a:extLst>
                <a:ext uri="{FF2B5EF4-FFF2-40B4-BE49-F238E27FC236}">
                  <a16:creationId xmlns:a16="http://schemas.microsoft.com/office/drawing/2014/main" id="{4F44CF8D-BED3-D8B2-3789-00BA5C144C13}"/>
                </a:ext>
              </a:extLst>
            </p:cNvPr>
            <p:cNvSpPr/>
            <p:nvPr/>
          </p:nvSpPr>
          <p:spPr>
            <a:xfrm>
              <a:off x="1009643" y="1661302"/>
              <a:ext cx="59899" cy="10662"/>
            </a:xfrm>
            <a:custGeom>
              <a:avLst/>
              <a:gdLst/>
              <a:ahLst/>
              <a:cxnLst/>
              <a:rect l="l" t="t" r="r" b="b"/>
              <a:pathLst>
                <a:path w="1882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72"/>
                    <a:pt x="1798" y="1"/>
                    <a:pt x="1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643;p91">
              <a:extLst>
                <a:ext uri="{FF2B5EF4-FFF2-40B4-BE49-F238E27FC236}">
                  <a16:creationId xmlns:a16="http://schemas.microsoft.com/office/drawing/2014/main" id="{476A2D4A-595A-985D-0137-97B5AD9671A6}"/>
                </a:ext>
              </a:extLst>
            </p:cNvPr>
            <p:cNvSpPr/>
            <p:nvPr/>
          </p:nvSpPr>
          <p:spPr>
            <a:xfrm>
              <a:off x="1009643" y="1683677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0"/>
                    <a:pt x="3084" y="167"/>
                  </a:cubicBezTo>
                  <a:cubicBezTo>
                    <a:pt x="3084" y="72"/>
                    <a:pt x="3013" y="0"/>
                    <a:pt x="29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644;p91">
              <a:extLst>
                <a:ext uri="{FF2B5EF4-FFF2-40B4-BE49-F238E27FC236}">
                  <a16:creationId xmlns:a16="http://schemas.microsoft.com/office/drawing/2014/main" id="{5E34DC35-7A59-00A0-5E53-1E72B68790C1}"/>
                </a:ext>
              </a:extLst>
            </p:cNvPr>
            <p:cNvSpPr/>
            <p:nvPr/>
          </p:nvSpPr>
          <p:spPr>
            <a:xfrm>
              <a:off x="1009643" y="1710571"/>
              <a:ext cx="59899" cy="10630"/>
            </a:xfrm>
            <a:custGeom>
              <a:avLst/>
              <a:gdLst/>
              <a:ahLst/>
              <a:cxnLst/>
              <a:rect l="l" t="t" r="r" b="b"/>
              <a:pathLst>
                <a:path w="1882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84"/>
                    <a:pt x="1798" y="1"/>
                    <a:pt x="1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645;p91">
              <a:extLst>
                <a:ext uri="{FF2B5EF4-FFF2-40B4-BE49-F238E27FC236}">
                  <a16:creationId xmlns:a16="http://schemas.microsoft.com/office/drawing/2014/main" id="{D9706748-7928-EA66-0ED3-8365C61A4C5F}"/>
                </a:ext>
              </a:extLst>
            </p:cNvPr>
            <p:cNvSpPr/>
            <p:nvPr/>
          </p:nvSpPr>
          <p:spPr>
            <a:xfrm>
              <a:off x="1009643" y="1732946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646;p91">
              <a:extLst>
                <a:ext uri="{FF2B5EF4-FFF2-40B4-BE49-F238E27FC236}">
                  <a16:creationId xmlns:a16="http://schemas.microsoft.com/office/drawing/2014/main" id="{BE7F72B3-B80A-4F62-E0AC-775998C6286D}"/>
                </a:ext>
              </a:extLst>
            </p:cNvPr>
            <p:cNvSpPr/>
            <p:nvPr/>
          </p:nvSpPr>
          <p:spPr>
            <a:xfrm>
              <a:off x="1009643" y="1760604"/>
              <a:ext cx="59899" cy="10248"/>
            </a:xfrm>
            <a:custGeom>
              <a:avLst/>
              <a:gdLst/>
              <a:ahLst/>
              <a:cxnLst/>
              <a:rect l="l" t="t" r="r" b="b"/>
              <a:pathLst>
                <a:path w="1882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715" y="322"/>
                  </a:lnTo>
                  <a:cubicBezTo>
                    <a:pt x="1798" y="322"/>
                    <a:pt x="1882" y="250"/>
                    <a:pt x="1882" y="155"/>
                  </a:cubicBezTo>
                  <a:cubicBezTo>
                    <a:pt x="1882" y="72"/>
                    <a:pt x="1798" y="0"/>
                    <a:pt x="1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647;p91">
              <a:extLst>
                <a:ext uri="{FF2B5EF4-FFF2-40B4-BE49-F238E27FC236}">
                  <a16:creationId xmlns:a16="http://schemas.microsoft.com/office/drawing/2014/main" id="{65C22E67-4FA9-C129-26B2-04DD32071B87}"/>
                </a:ext>
              </a:extLst>
            </p:cNvPr>
            <p:cNvSpPr/>
            <p:nvPr/>
          </p:nvSpPr>
          <p:spPr>
            <a:xfrm>
              <a:off x="1009643" y="1782183"/>
              <a:ext cx="98188" cy="10662"/>
            </a:xfrm>
            <a:custGeom>
              <a:avLst/>
              <a:gdLst/>
              <a:ahLst/>
              <a:cxnLst/>
              <a:rect l="l" t="t" r="r" b="b"/>
              <a:pathLst>
                <a:path w="3085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1"/>
                    <a:pt x="3084" y="168"/>
                  </a:cubicBezTo>
                  <a:cubicBezTo>
                    <a:pt x="3084" y="72"/>
                    <a:pt x="3013" y="1"/>
                    <a:pt x="29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648;p91">
              <a:extLst>
                <a:ext uri="{FF2B5EF4-FFF2-40B4-BE49-F238E27FC236}">
                  <a16:creationId xmlns:a16="http://schemas.microsoft.com/office/drawing/2014/main" id="{AA0B00A2-DA35-9393-B951-928571197C77}"/>
                </a:ext>
              </a:extLst>
            </p:cNvPr>
            <p:cNvSpPr/>
            <p:nvPr/>
          </p:nvSpPr>
          <p:spPr>
            <a:xfrm>
              <a:off x="1009643" y="1579473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649;p91">
              <a:extLst>
                <a:ext uri="{FF2B5EF4-FFF2-40B4-BE49-F238E27FC236}">
                  <a16:creationId xmlns:a16="http://schemas.microsoft.com/office/drawing/2014/main" id="{5DD2284F-3367-6BB3-BC29-B706955932E7}"/>
                </a:ext>
              </a:extLst>
            </p:cNvPr>
            <p:cNvSpPr/>
            <p:nvPr/>
          </p:nvSpPr>
          <p:spPr>
            <a:xfrm>
              <a:off x="965689" y="1628711"/>
              <a:ext cx="142142" cy="10662"/>
            </a:xfrm>
            <a:custGeom>
              <a:avLst/>
              <a:gdLst/>
              <a:ahLst/>
              <a:cxnLst/>
              <a:rect l="l" t="t" r="r" b="b"/>
              <a:pathLst>
                <a:path w="4466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4298" y="334"/>
                  </a:lnTo>
                  <a:cubicBezTo>
                    <a:pt x="4394" y="334"/>
                    <a:pt x="4465" y="251"/>
                    <a:pt x="4465" y="168"/>
                  </a:cubicBezTo>
                  <a:cubicBezTo>
                    <a:pt x="4465" y="72"/>
                    <a:pt x="4394" y="1"/>
                    <a:pt x="4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10650;p91">
              <a:extLst>
                <a:ext uri="{FF2B5EF4-FFF2-40B4-BE49-F238E27FC236}">
                  <a16:creationId xmlns:a16="http://schemas.microsoft.com/office/drawing/2014/main" id="{E841289E-5DC3-AC71-91B9-D33E9D7210D1}"/>
                </a:ext>
              </a:extLst>
            </p:cNvPr>
            <p:cNvSpPr/>
            <p:nvPr/>
          </p:nvSpPr>
          <p:spPr>
            <a:xfrm>
              <a:off x="1009643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6" y="251"/>
                    <a:pt x="846" y="155"/>
                  </a:cubicBezTo>
                  <a:cubicBezTo>
                    <a:pt x="846" y="72"/>
                    <a:pt x="762" y="1"/>
                    <a:pt x="6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651;p91">
              <a:extLst>
                <a:ext uri="{FF2B5EF4-FFF2-40B4-BE49-F238E27FC236}">
                  <a16:creationId xmlns:a16="http://schemas.microsoft.com/office/drawing/2014/main" id="{D3029309-93BF-4DA0-118A-60FE4C942D6A}"/>
                </a:ext>
              </a:extLst>
            </p:cNvPr>
            <p:cNvSpPr/>
            <p:nvPr/>
          </p:nvSpPr>
          <p:spPr>
            <a:xfrm>
              <a:off x="1047550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5" y="251"/>
                    <a:pt x="845" y="155"/>
                  </a:cubicBezTo>
                  <a:cubicBezTo>
                    <a:pt x="845" y="72"/>
                    <a:pt x="774" y="1"/>
                    <a:pt x="6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652;p91">
              <a:extLst>
                <a:ext uri="{FF2B5EF4-FFF2-40B4-BE49-F238E27FC236}">
                  <a16:creationId xmlns:a16="http://schemas.microsoft.com/office/drawing/2014/main" id="{D86D757B-6A33-A78F-7D89-723F33F2566A}"/>
                </a:ext>
              </a:extLst>
            </p:cNvPr>
            <p:cNvSpPr/>
            <p:nvPr/>
          </p:nvSpPr>
          <p:spPr>
            <a:xfrm>
              <a:off x="966071" y="1579473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91" y="310"/>
                  </a:moveTo>
                  <a:lnTo>
                    <a:pt x="691" y="691"/>
                  </a:lnTo>
                  <a:lnTo>
                    <a:pt x="310" y="691"/>
                  </a:lnTo>
                  <a:lnTo>
                    <a:pt x="310" y="310"/>
                  </a:lnTo>
                  <a:close/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845"/>
                  </a:lnTo>
                  <a:cubicBezTo>
                    <a:pt x="0" y="941"/>
                    <a:pt x="72" y="1012"/>
                    <a:pt x="167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5"/>
                  </a:cubicBezTo>
                  <a:lnTo>
                    <a:pt x="1012" y="167"/>
                  </a:lnTo>
                  <a:cubicBezTo>
                    <a:pt x="1000" y="71"/>
                    <a:pt x="941" y="0"/>
                    <a:pt x="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11281;p91">
            <a:extLst>
              <a:ext uri="{FF2B5EF4-FFF2-40B4-BE49-F238E27FC236}">
                <a16:creationId xmlns:a16="http://schemas.microsoft.com/office/drawing/2014/main" id="{9F55B199-E5BD-3503-C9DD-DE7B488643A5}"/>
              </a:ext>
            </a:extLst>
          </p:cNvPr>
          <p:cNvGrpSpPr/>
          <p:nvPr/>
        </p:nvGrpSpPr>
        <p:grpSpPr>
          <a:xfrm>
            <a:off x="6413931" y="2382321"/>
            <a:ext cx="444584" cy="437559"/>
            <a:chOff x="5774124" y="4294550"/>
            <a:chExt cx="331611" cy="331674"/>
          </a:xfrm>
          <a:solidFill>
            <a:schemeClr val="bg1">
              <a:lumMod val="10000"/>
            </a:schemeClr>
          </a:solidFill>
        </p:grpSpPr>
        <p:sp>
          <p:nvSpPr>
            <p:cNvPr id="39" name="Google Shape;11282;p91">
              <a:extLst>
                <a:ext uri="{FF2B5EF4-FFF2-40B4-BE49-F238E27FC236}">
                  <a16:creationId xmlns:a16="http://schemas.microsoft.com/office/drawing/2014/main" id="{D9F0EF1C-7A3C-4468-4AA9-6EC8B01F9396}"/>
                </a:ext>
              </a:extLst>
            </p:cNvPr>
            <p:cNvSpPr/>
            <p:nvPr/>
          </p:nvSpPr>
          <p:spPr>
            <a:xfrm>
              <a:off x="5774124" y="4419664"/>
              <a:ext cx="331611" cy="206560"/>
            </a:xfrm>
            <a:custGeom>
              <a:avLst/>
              <a:gdLst/>
              <a:ahLst/>
              <a:cxnLst/>
              <a:rect l="l" t="t" r="r" b="b"/>
              <a:pathLst>
                <a:path w="10419" h="6490" extrusionOk="0">
                  <a:moveTo>
                    <a:pt x="2751" y="2905"/>
                  </a:moveTo>
                  <a:lnTo>
                    <a:pt x="2751" y="6191"/>
                  </a:lnTo>
                  <a:lnTo>
                    <a:pt x="1429" y="6191"/>
                  </a:lnTo>
                  <a:lnTo>
                    <a:pt x="1429" y="2905"/>
                  </a:lnTo>
                  <a:close/>
                  <a:moveTo>
                    <a:pt x="5847" y="2084"/>
                  </a:moveTo>
                  <a:lnTo>
                    <a:pt x="5847" y="6191"/>
                  </a:lnTo>
                  <a:lnTo>
                    <a:pt x="4525" y="6191"/>
                  </a:lnTo>
                  <a:lnTo>
                    <a:pt x="4525" y="2084"/>
                  </a:lnTo>
                  <a:close/>
                  <a:moveTo>
                    <a:pt x="8942" y="298"/>
                  </a:moveTo>
                  <a:lnTo>
                    <a:pt x="8942" y="6191"/>
                  </a:lnTo>
                  <a:lnTo>
                    <a:pt x="7609" y="6191"/>
                  </a:lnTo>
                  <a:lnTo>
                    <a:pt x="7609" y="298"/>
                  </a:lnTo>
                  <a:close/>
                  <a:moveTo>
                    <a:pt x="7466" y="0"/>
                  </a:moveTo>
                  <a:cubicBezTo>
                    <a:pt x="7383" y="0"/>
                    <a:pt x="7323" y="72"/>
                    <a:pt x="7323" y="155"/>
                  </a:cubicBezTo>
                  <a:lnTo>
                    <a:pt x="7323" y="6191"/>
                  </a:lnTo>
                  <a:lnTo>
                    <a:pt x="6156" y="6191"/>
                  </a:lnTo>
                  <a:lnTo>
                    <a:pt x="6156" y="1941"/>
                  </a:lnTo>
                  <a:cubicBezTo>
                    <a:pt x="6156" y="1846"/>
                    <a:pt x="6085" y="1786"/>
                    <a:pt x="6013" y="1786"/>
                  </a:cubicBezTo>
                  <a:lnTo>
                    <a:pt x="4370" y="1786"/>
                  </a:lnTo>
                  <a:cubicBezTo>
                    <a:pt x="4287" y="1786"/>
                    <a:pt x="4227" y="1858"/>
                    <a:pt x="4227" y="1941"/>
                  </a:cubicBezTo>
                  <a:lnTo>
                    <a:pt x="4227" y="6191"/>
                  </a:lnTo>
                  <a:lnTo>
                    <a:pt x="3061" y="6191"/>
                  </a:lnTo>
                  <a:lnTo>
                    <a:pt x="3061" y="2751"/>
                  </a:lnTo>
                  <a:cubicBezTo>
                    <a:pt x="3061" y="2667"/>
                    <a:pt x="2989" y="2608"/>
                    <a:pt x="2918" y="2608"/>
                  </a:cubicBezTo>
                  <a:lnTo>
                    <a:pt x="1275" y="2608"/>
                  </a:lnTo>
                  <a:cubicBezTo>
                    <a:pt x="1191" y="2608"/>
                    <a:pt x="1132" y="2679"/>
                    <a:pt x="1132" y="2751"/>
                  </a:cubicBezTo>
                  <a:lnTo>
                    <a:pt x="1132" y="6191"/>
                  </a:lnTo>
                  <a:lnTo>
                    <a:pt x="144" y="6191"/>
                  </a:lnTo>
                  <a:cubicBezTo>
                    <a:pt x="60" y="6191"/>
                    <a:pt x="1" y="6263"/>
                    <a:pt x="1" y="6346"/>
                  </a:cubicBezTo>
                  <a:cubicBezTo>
                    <a:pt x="1" y="6430"/>
                    <a:pt x="72" y="6489"/>
                    <a:pt x="144" y="6489"/>
                  </a:cubicBezTo>
                  <a:lnTo>
                    <a:pt x="10264" y="6489"/>
                  </a:lnTo>
                  <a:cubicBezTo>
                    <a:pt x="10359" y="6489"/>
                    <a:pt x="10419" y="6418"/>
                    <a:pt x="10419" y="6346"/>
                  </a:cubicBezTo>
                  <a:cubicBezTo>
                    <a:pt x="10395" y="6251"/>
                    <a:pt x="10323" y="6191"/>
                    <a:pt x="10240" y="6191"/>
                  </a:cubicBezTo>
                  <a:lnTo>
                    <a:pt x="9252" y="6191"/>
                  </a:lnTo>
                  <a:lnTo>
                    <a:pt x="9252" y="155"/>
                  </a:lnTo>
                  <a:cubicBezTo>
                    <a:pt x="9252" y="60"/>
                    <a:pt x="9180" y="0"/>
                    <a:pt x="91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283;p91">
              <a:extLst>
                <a:ext uri="{FF2B5EF4-FFF2-40B4-BE49-F238E27FC236}">
                  <a16:creationId xmlns:a16="http://schemas.microsoft.com/office/drawing/2014/main" id="{485A0AD2-FA1C-3175-6165-B0DA348F2AAB}"/>
                </a:ext>
              </a:extLst>
            </p:cNvPr>
            <p:cNvSpPr/>
            <p:nvPr/>
          </p:nvSpPr>
          <p:spPr>
            <a:xfrm>
              <a:off x="5778294" y="4294550"/>
              <a:ext cx="316461" cy="191442"/>
            </a:xfrm>
            <a:custGeom>
              <a:avLst/>
              <a:gdLst/>
              <a:ahLst/>
              <a:cxnLst/>
              <a:rect l="l" t="t" r="r" b="b"/>
              <a:pathLst>
                <a:path w="9943" h="6015" extrusionOk="0">
                  <a:moveTo>
                    <a:pt x="9447" y="0"/>
                  </a:moveTo>
                  <a:cubicBezTo>
                    <a:pt x="9433" y="0"/>
                    <a:pt x="9420" y="1"/>
                    <a:pt x="9407" y="2"/>
                  </a:cubicBezTo>
                  <a:lnTo>
                    <a:pt x="8097" y="169"/>
                  </a:lnTo>
                  <a:cubicBezTo>
                    <a:pt x="7847" y="193"/>
                    <a:pt x="7644" y="455"/>
                    <a:pt x="7680" y="705"/>
                  </a:cubicBezTo>
                  <a:cubicBezTo>
                    <a:pt x="7703" y="951"/>
                    <a:pt x="7914" y="1123"/>
                    <a:pt x="8167" y="1123"/>
                  </a:cubicBezTo>
                  <a:cubicBezTo>
                    <a:pt x="8183" y="1123"/>
                    <a:pt x="8200" y="1123"/>
                    <a:pt x="8216" y="1121"/>
                  </a:cubicBezTo>
                  <a:lnTo>
                    <a:pt x="8323" y="1109"/>
                  </a:lnTo>
                  <a:lnTo>
                    <a:pt x="8323" y="1109"/>
                  </a:lnTo>
                  <a:cubicBezTo>
                    <a:pt x="6716" y="2967"/>
                    <a:pt x="4811" y="3919"/>
                    <a:pt x="3465" y="4407"/>
                  </a:cubicBezTo>
                  <a:cubicBezTo>
                    <a:pt x="1787" y="5003"/>
                    <a:pt x="477" y="5062"/>
                    <a:pt x="477" y="5062"/>
                  </a:cubicBezTo>
                  <a:cubicBezTo>
                    <a:pt x="203" y="5074"/>
                    <a:pt x="1" y="5288"/>
                    <a:pt x="13" y="5550"/>
                  </a:cubicBezTo>
                  <a:cubicBezTo>
                    <a:pt x="24" y="5824"/>
                    <a:pt x="239" y="6015"/>
                    <a:pt x="489" y="6015"/>
                  </a:cubicBezTo>
                  <a:lnTo>
                    <a:pt x="501" y="6015"/>
                  </a:lnTo>
                  <a:cubicBezTo>
                    <a:pt x="560" y="6015"/>
                    <a:pt x="1953" y="5967"/>
                    <a:pt x="3775" y="5312"/>
                  </a:cubicBezTo>
                  <a:cubicBezTo>
                    <a:pt x="4811" y="4943"/>
                    <a:pt x="5775" y="4467"/>
                    <a:pt x="6656" y="3872"/>
                  </a:cubicBezTo>
                  <a:cubicBezTo>
                    <a:pt x="6728" y="3824"/>
                    <a:pt x="6740" y="3729"/>
                    <a:pt x="6692" y="3669"/>
                  </a:cubicBezTo>
                  <a:cubicBezTo>
                    <a:pt x="6670" y="3618"/>
                    <a:pt x="6621" y="3594"/>
                    <a:pt x="6573" y="3594"/>
                  </a:cubicBezTo>
                  <a:cubicBezTo>
                    <a:pt x="6542" y="3594"/>
                    <a:pt x="6512" y="3603"/>
                    <a:pt x="6490" y="3622"/>
                  </a:cubicBezTo>
                  <a:cubicBezTo>
                    <a:pt x="5620" y="4205"/>
                    <a:pt x="4692" y="4681"/>
                    <a:pt x="3692" y="5038"/>
                  </a:cubicBezTo>
                  <a:cubicBezTo>
                    <a:pt x="1906" y="5669"/>
                    <a:pt x="560" y="5717"/>
                    <a:pt x="525" y="5717"/>
                  </a:cubicBezTo>
                  <a:cubicBezTo>
                    <a:pt x="429" y="5717"/>
                    <a:pt x="358" y="5646"/>
                    <a:pt x="346" y="5550"/>
                  </a:cubicBezTo>
                  <a:cubicBezTo>
                    <a:pt x="346" y="5467"/>
                    <a:pt x="417" y="5372"/>
                    <a:pt x="501" y="5372"/>
                  </a:cubicBezTo>
                  <a:cubicBezTo>
                    <a:pt x="525" y="5372"/>
                    <a:pt x="1858" y="5336"/>
                    <a:pt x="3596" y="4705"/>
                  </a:cubicBezTo>
                  <a:cubicBezTo>
                    <a:pt x="5061" y="4181"/>
                    <a:pt x="7144" y="3133"/>
                    <a:pt x="8835" y="1014"/>
                  </a:cubicBezTo>
                  <a:cubicBezTo>
                    <a:pt x="8927" y="911"/>
                    <a:pt x="8842" y="763"/>
                    <a:pt x="8718" y="763"/>
                  </a:cubicBezTo>
                  <a:cubicBezTo>
                    <a:pt x="8714" y="763"/>
                    <a:pt x="8709" y="764"/>
                    <a:pt x="8704" y="764"/>
                  </a:cubicBezTo>
                  <a:lnTo>
                    <a:pt x="8216" y="824"/>
                  </a:lnTo>
                  <a:cubicBezTo>
                    <a:pt x="8208" y="825"/>
                    <a:pt x="8200" y="825"/>
                    <a:pt x="8192" y="825"/>
                  </a:cubicBezTo>
                  <a:cubicBezTo>
                    <a:pt x="8109" y="825"/>
                    <a:pt x="8047" y="769"/>
                    <a:pt x="8025" y="693"/>
                  </a:cubicBezTo>
                  <a:cubicBezTo>
                    <a:pt x="7990" y="586"/>
                    <a:pt x="8061" y="478"/>
                    <a:pt x="8168" y="478"/>
                  </a:cubicBezTo>
                  <a:lnTo>
                    <a:pt x="9478" y="312"/>
                  </a:lnTo>
                  <a:cubicBezTo>
                    <a:pt x="9484" y="311"/>
                    <a:pt x="9490" y="311"/>
                    <a:pt x="9496" y="311"/>
                  </a:cubicBezTo>
                  <a:cubicBezTo>
                    <a:pt x="9594" y="311"/>
                    <a:pt x="9669" y="400"/>
                    <a:pt x="9669" y="490"/>
                  </a:cubicBezTo>
                  <a:lnTo>
                    <a:pt x="9669" y="1800"/>
                  </a:lnTo>
                  <a:cubicBezTo>
                    <a:pt x="9669" y="1895"/>
                    <a:pt x="9597" y="1979"/>
                    <a:pt x="9490" y="1979"/>
                  </a:cubicBezTo>
                  <a:cubicBezTo>
                    <a:pt x="9407" y="1979"/>
                    <a:pt x="9311" y="1907"/>
                    <a:pt x="9311" y="1800"/>
                  </a:cubicBezTo>
                  <a:lnTo>
                    <a:pt x="9311" y="1407"/>
                  </a:lnTo>
                  <a:cubicBezTo>
                    <a:pt x="9311" y="1348"/>
                    <a:pt x="9264" y="1288"/>
                    <a:pt x="9204" y="1252"/>
                  </a:cubicBezTo>
                  <a:cubicBezTo>
                    <a:pt x="9187" y="1242"/>
                    <a:pt x="9169" y="1238"/>
                    <a:pt x="9152" y="1238"/>
                  </a:cubicBezTo>
                  <a:cubicBezTo>
                    <a:pt x="9106" y="1238"/>
                    <a:pt x="9060" y="1266"/>
                    <a:pt x="9026" y="1300"/>
                  </a:cubicBezTo>
                  <a:cubicBezTo>
                    <a:pt x="8466" y="2002"/>
                    <a:pt x="7811" y="2633"/>
                    <a:pt x="7097" y="3193"/>
                  </a:cubicBezTo>
                  <a:cubicBezTo>
                    <a:pt x="7037" y="3229"/>
                    <a:pt x="7025" y="3336"/>
                    <a:pt x="7061" y="3395"/>
                  </a:cubicBezTo>
                  <a:cubicBezTo>
                    <a:pt x="7091" y="3433"/>
                    <a:pt x="7144" y="3451"/>
                    <a:pt x="7194" y="3451"/>
                  </a:cubicBezTo>
                  <a:cubicBezTo>
                    <a:pt x="7224" y="3451"/>
                    <a:pt x="7253" y="3445"/>
                    <a:pt x="7275" y="3431"/>
                  </a:cubicBezTo>
                  <a:cubicBezTo>
                    <a:pt x="7895" y="2943"/>
                    <a:pt x="8466" y="2419"/>
                    <a:pt x="8990" y="1824"/>
                  </a:cubicBezTo>
                  <a:cubicBezTo>
                    <a:pt x="9002" y="2074"/>
                    <a:pt x="9204" y="2276"/>
                    <a:pt x="9466" y="2276"/>
                  </a:cubicBezTo>
                  <a:cubicBezTo>
                    <a:pt x="9728" y="2276"/>
                    <a:pt x="9942" y="2074"/>
                    <a:pt x="9942" y="1800"/>
                  </a:cubicBezTo>
                  <a:lnTo>
                    <a:pt x="9942" y="478"/>
                  </a:lnTo>
                  <a:cubicBezTo>
                    <a:pt x="9942" y="347"/>
                    <a:pt x="9883" y="216"/>
                    <a:pt x="9776" y="121"/>
                  </a:cubicBezTo>
                  <a:cubicBezTo>
                    <a:pt x="9679" y="46"/>
                    <a:pt x="9564" y="0"/>
                    <a:pt x="9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11369;p91">
            <a:extLst>
              <a:ext uri="{FF2B5EF4-FFF2-40B4-BE49-F238E27FC236}">
                <a16:creationId xmlns:a16="http://schemas.microsoft.com/office/drawing/2014/main" id="{6018A92E-B133-D80A-DC9D-B2B2279897DF}"/>
              </a:ext>
            </a:extLst>
          </p:cNvPr>
          <p:cNvGrpSpPr/>
          <p:nvPr/>
        </p:nvGrpSpPr>
        <p:grpSpPr>
          <a:xfrm>
            <a:off x="964685" y="3928187"/>
            <a:ext cx="435356" cy="461625"/>
            <a:chOff x="6659725" y="3808035"/>
            <a:chExt cx="367608" cy="350548"/>
          </a:xfrm>
          <a:solidFill>
            <a:schemeClr val="bg1">
              <a:lumMod val="10000"/>
            </a:schemeClr>
          </a:solidFill>
        </p:grpSpPr>
        <p:sp>
          <p:nvSpPr>
            <p:cNvPr id="42" name="Google Shape;11370;p91">
              <a:extLst>
                <a:ext uri="{FF2B5EF4-FFF2-40B4-BE49-F238E27FC236}">
                  <a16:creationId xmlns:a16="http://schemas.microsoft.com/office/drawing/2014/main" id="{A5738A9F-4531-8AC2-E1C2-9AF8E21AD777}"/>
                </a:ext>
              </a:extLst>
            </p:cNvPr>
            <p:cNvSpPr/>
            <p:nvPr/>
          </p:nvSpPr>
          <p:spPr>
            <a:xfrm>
              <a:off x="6659725" y="3845942"/>
              <a:ext cx="321394" cy="312642"/>
            </a:xfrm>
            <a:custGeom>
              <a:avLst/>
              <a:gdLst/>
              <a:ahLst/>
              <a:cxnLst/>
              <a:rect l="l" t="t" r="r" b="b"/>
              <a:pathLst>
                <a:path w="10098" h="9823" extrusionOk="0">
                  <a:moveTo>
                    <a:pt x="8740" y="0"/>
                  </a:moveTo>
                  <a:cubicBezTo>
                    <a:pt x="8383" y="0"/>
                    <a:pt x="8037" y="131"/>
                    <a:pt x="7787" y="405"/>
                  </a:cubicBezTo>
                  <a:lnTo>
                    <a:pt x="6847" y="1346"/>
                  </a:lnTo>
                  <a:cubicBezTo>
                    <a:pt x="6775" y="1417"/>
                    <a:pt x="6775" y="1524"/>
                    <a:pt x="6847" y="1596"/>
                  </a:cubicBezTo>
                  <a:cubicBezTo>
                    <a:pt x="6882" y="1631"/>
                    <a:pt x="6927" y="1649"/>
                    <a:pt x="6972" y="1649"/>
                  </a:cubicBezTo>
                  <a:cubicBezTo>
                    <a:pt x="7016" y="1649"/>
                    <a:pt x="7061" y="1631"/>
                    <a:pt x="7097" y="1596"/>
                  </a:cubicBezTo>
                  <a:lnTo>
                    <a:pt x="8037" y="655"/>
                  </a:lnTo>
                  <a:cubicBezTo>
                    <a:pt x="8228" y="464"/>
                    <a:pt x="8466" y="357"/>
                    <a:pt x="8740" y="357"/>
                  </a:cubicBezTo>
                  <a:cubicBezTo>
                    <a:pt x="9002" y="357"/>
                    <a:pt x="9264" y="464"/>
                    <a:pt x="9442" y="655"/>
                  </a:cubicBezTo>
                  <a:cubicBezTo>
                    <a:pt x="9633" y="857"/>
                    <a:pt x="9740" y="1096"/>
                    <a:pt x="9740" y="1357"/>
                  </a:cubicBezTo>
                  <a:cubicBezTo>
                    <a:pt x="9740" y="1631"/>
                    <a:pt x="9633" y="1881"/>
                    <a:pt x="9442" y="2060"/>
                  </a:cubicBezTo>
                  <a:lnTo>
                    <a:pt x="8156" y="3334"/>
                  </a:lnTo>
                  <a:cubicBezTo>
                    <a:pt x="8025" y="3024"/>
                    <a:pt x="7847" y="2739"/>
                    <a:pt x="7597" y="2489"/>
                  </a:cubicBezTo>
                  <a:cubicBezTo>
                    <a:pt x="7097" y="1988"/>
                    <a:pt x="6436" y="1738"/>
                    <a:pt x="5777" y="1738"/>
                  </a:cubicBezTo>
                  <a:cubicBezTo>
                    <a:pt x="5117" y="1738"/>
                    <a:pt x="4459" y="1988"/>
                    <a:pt x="3965" y="2489"/>
                  </a:cubicBezTo>
                  <a:lnTo>
                    <a:pt x="1001" y="5453"/>
                  </a:lnTo>
                  <a:cubicBezTo>
                    <a:pt x="1" y="6453"/>
                    <a:pt x="1" y="8084"/>
                    <a:pt x="1001" y="9085"/>
                  </a:cubicBezTo>
                  <a:cubicBezTo>
                    <a:pt x="1501" y="9585"/>
                    <a:pt x="2156" y="9823"/>
                    <a:pt x="2810" y="9823"/>
                  </a:cubicBezTo>
                  <a:cubicBezTo>
                    <a:pt x="3465" y="9823"/>
                    <a:pt x="4120" y="9573"/>
                    <a:pt x="4632" y="9085"/>
                  </a:cubicBezTo>
                  <a:lnTo>
                    <a:pt x="6204" y="7501"/>
                  </a:lnTo>
                  <a:cubicBezTo>
                    <a:pt x="6287" y="7430"/>
                    <a:pt x="6287" y="7322"/>
                    <a:pt x="6204" y="7251"/>
                  </a:cubicBezTo>
                  <a:cubicBezTo>
                    <a:pt x="6176" y="7242"/>
                    <a:pt x="6143" y="7236"/>
                    <a:pt x="6109" y="7236"/>
                  </a:cubicBezTo>
                  <a:cubicBezTo>
                    <a:pt x="6055" y="7236"/>
                    <a:pt x="5997" y="7250"/>
                    <a:pt x="5954" y="7287"/>
                  </a:cubicBezTo>
                  <a:lnTo>
                    <a:pt x="4382" y="8858"/>
                  </a:lnTo>
                  <a:cubicBezTo>
                    <a:pt x="3965" y="9275"/>
                    <a:pt x="3406" y="9513"/>
                    <a:pt x="2810" y="9513"/>
                  </a:cubicBezTo>
                  <a:cubicBezTo>
                    <a:pt x="2215" y="9513"/>
                    <a:pt x="1667" y="9287"/>
                    <a:pt x="1251" y="8858"/>
                  </a:cubicBezTo>
                  <a:cubicBezTo>
                    <a:pt x="394" y="8001"/>
                    <a:pt x="394" y="6596"/>
                    <a:pt x="1251" y="5739"/>
                  </a:cubicBezTo>
                  <a:lnTo>
                    <a:pt x="4215" y="2774"/>
                  </a:lnTo>
                  <a:cubicBezTo>
                    <a:pt x="4632" y="2358"/>
                    <a:pt x="5180" y="2119"/>
                    <a:pt x="5775" y="2119"/>
                  </a:cubicBezTo>
                  <a:cubicBezTo>
                    <a:pt x="6370" y="2119"/>
                    <a:pt x="6918" y="2346"/>
                    <a:pt x="7335" y="2774"/>
                  </a:cubicBezTo>
                  <a:cubicBezTo>
                    <a:pt x="7573" y="3012"/>
                    <a:pt x="7775" y="3310"/>
                    <a:pt x="7871" y="3632"/>
                  </a:cubicBezTo>
                  <a:lnTo>
                    <a:pt x="6478" y="5036"/>
                  </a:lnTo>
                  <a:cubicBezTo>
                    <a:pt x="6287" y="5227"/>
                    <a:pt x="6049" y="5334"/>
                    <a:pt x="5775" y="5334"/>
                  </a:cubicBezTo>
                  <a:cubicBezTo>
                    <a:pt x="5513" y="5334"/>
                    <a:pt x="5251" y="5227"/>
                    <a:pt x="5073" y="5036"/>
                  </a:cubicBezTo>
                  <a:cubicBezTo>
                    <a:pt x="4989" y="4941"/>
                    <a:pt x="4918" y="4822"/>
                    <a:pt x="4858" y="4703"/>
                  </a:cubicBezTo>
                  <a:cubicBezTo>
                    <a:pt x="4829" y="4634"/>
                    <a:pt x="4751" y="4590"/>
                    <a:pt x="4677" y="4590"/>
                  </a:cubicBezTo>
                  <a:cubicBezTo>
                    <a:pt x="4662" y="4590"/>
                    <a:pt x="4647" y="4592"/>
                    <a:pt x="4632" y="4596"/>
                  </a:cubicBezTo>
                  <a:cubicBezTo>
                    <a:pt x="4537" y="4632"/>
                    <a:pt x="4501" y="4739"/>
                    <a:pt x="4525" y="4822"/>
                  </a:cubicBezTo>
                  <a:cubicBezTo>
                    <a:pt x="4596" y="4989"/>
                    <a:pt x="4692" y="5132"/>
                    <a:pt x="4823" y="5275"/>
                  </a:cubicBezTo>
                  <a:cubicBezTo>
                    <a:pt x="5073" y="5525"/>
                    <a:pt x="5418" y="5679"/>
                    <a:pt x="5775" y="5679"/>
                  </a:cubicBezTo>
                  <a:cubicBezTo>
                    <a:pt x="6132" y="5679"/>
                    <a:pt x="6478" y="5537"/>
                    <a:pt x="6728" y="5275"/>
                  </a:cubicBezTo>
                  <a:lnTo>
                    <a:pt x="9692" y="2310"/>
                  </a:lnTo>
                  <a:cubicBezTo>
                    <a:pt x="9942" y="2060"/>
                    <a:pt x="10097" y="1715"/>
                    <a:pt x="10097" y="1357"/>
                  </a:cubicBezTo>
                  <a:cubicBezTo>
                    <a:pt x="10097" y="1000"/>
                    <a:pt x="9954" y="655"/>
                    <a:pt x="9692" y="405"/>
                  </a:cubicBezTo>
                  <a:cubicBezTo>
                    <a:pt x="9442" y="155"/>
                    <a:pt x="9097" y="0"/>
                    <a:pt x="8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371;p91">
              <a:extLst>
                <a:ext uri="{FF2B5EF4-FFF2-40B4-BE49-F238E27FC236}">
                  <a16:creationId xmlns:a16="http://schemas.microsoft.com/office/drawing/2014/main" id="{9789650C-74BE-C47B-8E16-C4084302492C}"/>
                </a:ext>
              </a:extLst>
            </p:cNvPr>
            <p:cNvSpPr/>
            <p:nvPr/>
          </p:nvSpPr>
          <p:spPr>
            <a:xfrm>
              <a:off x="6705588" y="3808035"/>
              <a:ext cx="321744" cy="313787"/>
            </a:xfrm>
            <a:custGeom>
              <a:avLst/>
              <a:gdLst/>
              <a:ahLst/>
              <a:cxnLst/>
              <a:rect l="l" t="t" r="r" b="b"/>
              <a:pathLst>
                <a:path w="10109" h="9859" extrusionOk="0">
                  <a:moveTo>
                    <a:pt x="7281" y="1"/>
                  </a:moveTo>
                  <a:cubicBezTo>
                    <a:pt x="6623" y="1"/>
                    <a:pt x="5965" y="251"/>
                    <a:pt x="5465" y="751"/>
                  </a:cubicBezTo>
                  <a:lnTo>
                    <a:pt x="3894" y="2322"/>
                  </a:lnTo>
                  <a:cubicBezTo>
                    <a:pt x="3810" y="2406"/>
                    <a:pt x="3810" y="2501"/>
                    <a:pt x="3894" y="2584"/>
                  </a:cubicBezTo>
                  <a:cubicBezTo>
                    <a:pt x="3929" y="2620"/>
                    <a:pt x="3974" y="2638"/>
                    <a:pt x="4019" y="2638"/>
                  </a:cubicBezTo>
                  <a:cubicBezTo>
                    <a:pt x="4063" y="2638"/>
                    <a:pt x="4108" y="2620"/>
                    <a:pt x="4144" y="2584"/>
                  </a:cubicBezTo>
                  <a:lnTo>
                    <a:pt x="5715" y="1001"/>
                  </a:lnTo>
                  <a:cubicBezTo>
                    <a:pt x="6150" y="572"/>
                    <a:pt x="6715" y="358"/>
                    <a:pt x="7281" y="358"/>
                  </a:cubicBezTo>
                  <a:cubicBezTo>
                    <a:pt x="7846" y="358"/>
                    <a:pt x="8412" y="572"/>
                    <a:pt x="8847" y="1001"/>
                  </a:cubicBezTo>
                  <a:cubicBezTo>
                    <a:pt x="9704" y="1870"/>
                    <a:pt x="9704" y="3263"/>
                    <a:pt x="8847" y="4132"/>
                  </a:cubicBezTo>
                  <a:lnTo>
                    <a:pt x="5882" y="7085"/>
                  </a:lnTo>
                  <a:cubicBezTo>
                    <a:pt x="5465" y="7501"/>
                    <a:pt x="4918" y="7740"/>
                    <a:pt x="4322" y="7740"/>
                  </a:cubicBezTo>
                  <a:cubicBezTo>
                    <a:pt x="3727" y="7740"/>
                    <a:pt x="3179" y="7525"/>
                    <a:pt x="2763" y="7085"/>
                  </a:cubicBezTo>
                  <a:cubicBezTo>
                    <a:pt x="2524" y="6847"/>
                    <a:pt x="2322" y="6549"/>
                    <a:pt x="2227" y="6227"/>
                  </a:cubicBezTo>
                  <a:lnTo>
                    <a:pt x="3620" y="4823"/>
                  </a:lnTo>
                  <a:cubicBezTo>
                    <a:pt x="3810" y="4632"/>
                    <a:pt x="4048" y="4525"/>
                    <a:pt x="4322" y="4525"/>
                  </a:cubicBezTo>
                  <a:cubicBezTo>
                    <a:pt x="4584" y="4525"/>
                    <a:pt x="4846" y="4632"/>
                    <a:pt x="5025" y="4823"/>
                  </a:cubicBezTo>
                  <a:cubicBezTo>
                    <a:pt x="5108" y="4918"/>
                    <a:pt x="5179" y="5037"/>
                    <a:pt x="5239" y="5156"/>
                  </a:cubicBezTo>
                  <a:cubicBezTo>
                    <a:pt x="5269" y="5225"/>
                    <a:pt x="5347" y="5269"/>
                    <a:pt x="5420" y="5269"/>
                  </a:cubicBezTo>
                  <a:cubicBezTo>
                    <a:pt x="5435" y="5269"/>
                    <a:pt x="5451" y="5267"/>
                    <a:pt x="5465" y="5263"/>
                  </a:cubicBezTo>
                  <a:cubicBezTo>
                    <a:pt x="5560" y="5227"/>
                    <a:pt x="5596" y="5120"/>
                    <a:pt x="5572" y="5037"/>
                  </a:cubicBezTo>
                  <a:cubicBezTo>
                    <a:pt x="5501" y="4870"/>
                    <a:pt x="5406" y="4727"/>
                    <a:pt x="5275" y="4584"/>
                  </a:cubicBezTo>
                  <a:cubicBezTo>
                    <a:pt x="5025" y="4334"/>
                    <a:pt x="4679" y="4192"/>
                    <a:pt x="4322" y="4192"/>
                  </a:cubicBezTo>
                  <a:cubicBezTo>
                    <a:pt x="3965" y="4192"/>
                    <a:pt x="3620" y="4322"/>
                    <a:pt x="3370" y="4584"/>
                  </a:cubicBezTo>
                  <a:lnTo>
                    <a:pt x="1929" y="6037"/>
                  </a:lnTo>
                  <a:cubicBezTo>
                    <a:pt x="1893" y="6049"/>
                    <a:pt x="1881" y="6061"/>
                    <a:pt x="1870" y="6097"/>
                  </a:cubicBezTo>
                  <a:lnTo>
                    <a:pt x="405" y="7549"/>
                  </a:lnTo>
                  <a:cubicBezTo>
                    <a:pt x="155" y="7799"/>
                    <a:pt x="0" y="8144"/>
                    <a:pt x="0" y="8502"/>
                  </a:cubicBezTo>
                  <a:cubicBezTo>
                    <a:pt x="0" y="8859"/>
                    <a:pt x="143" y="9204"/>
                    <a:pt x="405" y="9454"/>
                  </a:cubicBezTo>
                  <a:cubicBezTo>
                    <a:pt x="655" y="9704"/>
                    <a:pt x="1000" y="9859"/>
                    <a:pt x="1358" y="9859"/>
                  </a:cubicBezTo>
                  <a:cubicBezTo>
                    <a:pt x="1715" y="9859"/>
                    <a:pt x="2060" y="9728"/>
                    <a:pt x="2310" y="9454"/>
                  </a:cubicBezTo>
                  <a:lnTo>
                    <a:pt x="3251" y="8513"/>
                  </a:lnTo>
                  <a:cubicBezTo>
                    <a:pt x="3322" y="8442"/>
                    <a:pt x="3322" y="8335"/>
                    <a:pt x="3251" y="8263"/>
                  </a:cubicBezTo>
                  <a:cubicBezTo>
                    <a:pt x="3215" y="8228"/>
                    <a:pt x="3170" y="8210"/>
                    <a:pt x="3126" y="8210"/>
                  </a:cubicBezTo>
                  <a:cubicBezTo>
                    <a:pt x="3081" y="8210"/>
                    <a:pt x="3036" y="8228"/>
                    <a:pt x="3001" y="8263"/>
                  </a:cubicBezTo>
                  <a:lnTo>
                    <a:pt x="2060" y="9204"/>
                  </a:lnTo>
                  <a:cubicBezTo>
                    <a:pt x="1870" y="9395"/>
                    <a:pt x="1631" y="9502"/>
                    <a:pt x="1358" y="9502"/>
                  </a:cubicBezTo>
                  <a:cubicBezTo>
                    <a:pt x="1096" y="9502"/>
                    <a:pt x="834" y="9395"/>
                    <a:pt x="655" y="9204"/>
                  </a:cubicBezTo>
                  <a:cubicBezTo>
                    <a:pt x="465" y="9014"/>
                    <a:pt x="357" y="8775"/>
                    <a:pt x="357" y="8502"/>
                  </a:cubicBezTo>
                  <a:cubicBezTo>
                    <a:pt x="357" y="8240"/>
                    <a:pt x="465" y="7978"/>
                    <a:pt x="655" y="7799"/>
                  </a:cubicBezTo>
                  <a:lnTo>
                    <a:pt x="1941" y="6525"/>
                  </a:lnTo>
                  <a:cubicBezTo>
                    <a:pt x="2072" y="6835"/>
                    <a:pt x="2251" y="7120"/>
                    <a:pt x="2501" y="7370"/>
                  </a:cubicBezTo>
                  <a:cubicBezTo>
                    <a:pt x="2989" y="7859"/>
                    <a:pt x="3632" y="8132"/>
                    <a:pt x="4322" y="8132"/>
                  </a:cubicBezTo>
                  <a:cubicBezTo>
                    <a:pt x="5001" y="8132"/>
                    <a:pt x="5644" y="7859"/>
                    <a:pt x="6132" y="7370"/>
                  </a:cubicBezTo>
                  <a:lnTo>
                    <a:pt x="9097" y="4406"/>
                  </a:lnTo>
                  <a:cubicBezTo>
                    <a:pt x="10109" y="3382"/>
                    <a:pt x="10109" y="1751"/>
                    <a:pt x="9097" y="751"/>
                  </a:cubicBezTo>
                  <a:cubicBezTo>
                    <a:pt x="8597" y="251"/>
                    <a:pt x="7939" y="1"/>
                    <a:pt x="72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10239;p90">
            <a:extLst>
              <a:ext uri="{FF2B5EF4-FFF2-40B4-BE49-F238E27FC236}">
                <a16:creationId xmlns:a16="http://schemas.microsoft.com/office/drawing/2014/main" id="{58C09AB2-0E4E-17EA-BB10-E46824B15202}"/>
              </a:ext>
            </a:extLst>
          </p:cNvPr>
          <p:cNvGrpSpPr/>
          <p:nvPr/>
        </p:nvGrpSpPr>
        <p:grpSpPr>
          <a:xfrm>
            <a:off x="3866152" y="3957904"/>
            <a:ext cx="369805" cy="353782"/>
            <a:chOff x="3950316" y="3820307"/>
            <a:chExt cx="369805" cy="353782"/>
          </a:xfrm>
          <a:solidFill>
            <a:schemeClr val="bg1">
              <a:lumMod val="10000"/>
            </a:schemeClr>
          </a:solidFill>
        </p:grpSpPr>
        <p:sp>
          <p:nvSpPr>
            <p:cNvPr id="45" name="Google Shape;10240;p90">
              <a:extLst>
                <a:ext uri="{FF2B5EF4-FFF2-40B4-BE49-F238E27FC236}">
                  <a16:creationId xmlns:a16="http://schemas.microsoft.com/office/drawing/2014/main" id="{8DC600C1-4135-9975-2399-419176DF6138}"/>
                </a:ext>
              </a:extLst>
            </p:cNvPr>
            <p:cNvSpPr/>
            <p:nvPr/>
          </p:nvSpPr>
          <p:spPr>
            <a:xfrm>
              <a:off x="4040561" y="3880991"/>
              <a:ext cx="99802" cy="28383"/>
            </a:xfrm>
            <a:custGeom>
              <a:avLst/>
              <a:gdLst/>
              <a:ahLst/>
              <a:cxnLst/>
              <a:rect l="l" t="t" r="r" b="b"/>
              <a:pathLst>
                <a:path w="3133" h="891" extrusionOk="0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241;p90">
              <a:extLst>
                <a:ext uri="{FF2B5EF4-FFF2-40B4-BE49-F238E27FC236}">
                  <a16:creationId xmlns:a16="http://schemas.microsoft.com/office/drawing/2014/main" id="{7EA8992B-59BC-E425-1BEA-2F976C1CD874}"/>
                </a:ext>
              </a:extLst>
            </p:cNvPr>
            <p:cNvSpPr/>
            <p:nvPr/>
          </p:nvSpPr>
          <p:spPr>
            <a:xfrm>
              <a:off x="3950316" y="3820307"/>
              <a:ext cx="369805" cy="353782"/>
            </a:xfrm>
            <a:custGeom>
              <a:avLst/>
              <a:gdLst/>
              <a:ahLst/>
              <a:cxnLst/>
              <a:rect l="l" t="t" r="r" b="b"/>
              <a:pathLst>
                <a:path w="11609" h="11106" extrusionOk="0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242;p90">
              <a:extLst>
                <a:ext uri="{FF2B5EF4-FFF2-40B4-BE49-F238E27FC236}">
                  <a16:creationId xmlns:a16="http://schemas.microsoft.com/office/drawing/2014/main" id="{177BA7FD-DE7F-4D73-C5D8-2C9D091A5CF3}"/>
                </a:ext>
              </a:extLst>
            </p:cNvPr>
            <p:cNvSpPr/>
            <p:nvPr/>
          </p:nvSpPr>
          <p:spPr>
            <a:xfrm>
              <a:off x="4098219" y="3850602"/>
              <a:ext cx="101299" cy="195781"/>
            </a:xfrm>
            <a:custGeom>
              <a:avLst/>
              <a:gdLst/>
              <a:ahLst/>
              <a:cxnLst/>
              <a:rect l="l" t="t" r="r" b="b"/>
              <a:pathLst>
                <a:path w="3180" h="6146" extrusionOk="0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243;p90">
              <a:extLst>
                <a:ext uri="{FF2B5EF4-FFF2-40B4-BE49-F238E27FC236}">
                  <a16:creationId xmlns:a16="http://schemas.microsoft.com/office/drawing/2014/main" id="{60EA5283-D904-7F0B-4AD3-91D97954D318}"/>
                </a:ext>
              </a:extLst>
            </p:cNvPr>
            <p:cNvSpPr/>
            <p:nvPr/>
          </p:nvSpPr>
          <p:spPr>
            <a:xfrm>
              <a:off x="3981789" y="3849136"/>
              <a:ext cx="103178" cy="198011"/>
            </a:xfrm>
            <a:custGeom>
              <a:avLst/>
              <a:gdLst/>
              <a:ahLst/>
              <a:cxnLst/>
              <a:rect l="l" t="t" r="r" b="b"/>
              <a:pathLst>
                <a:path w="3239" h="6216" extrusionOk="0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5" name="Google Shape;605;p45"/>
          <p:cNvCxnSpPr/>
          <p:nvPr/>
        </p:nvCxnSpPr>
        <p:spPr>
          <a:xfrm>
            <a:off x="4207247" y="4687068"/>
            <a:ext cx="37338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6" name="Google Shape;606;p45"/>
          <p:cNvSpPr txBox="1">
            <a:spLocks noGrp="1"/>
          </p:cNvSpPr>
          <p:nvPr>
            <p:ph type="title"/>
          </p:nvPr>
        </p:nvSpPr>
        <p:spPr>
          <a:xfrm>
            <a:off x="1179902" y="-77065"/>
            <a:ext cx="6381900" cy="13089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Introducción</a:t>
            </a:r>
            <a:endParaRPr sz="5400" dirty="0"/>
          </a:p>
        </p:txBody>
      </p:sp>
      <p:sp>
        <p:nvSpPr>
          <p:cNvPr id="607" name="Google Shape;607;p45"/>
          <p:cNvSpPr txBox="1">
            <a:spLocks noGrp="1"/>
          </p:cNvSpPr>
          <p:nvPr>
            <p:ph type="subTitle" idx="1"/>
          </p:nvPr>
        </p:nvSpPr>
        <p:spPr>
          <a:xfrm>
            <a:off x="502809" y="1397628"/>
            <a:ext cx="7736087" cy="2535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Uso de teléfono fijo en los hogares españoles según el tamaño del hogar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Nuestra percepción inicial.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Datos de Statista.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Encuesta realizada por </a:t>
            </a:r>
            <a:r>
              <a:rPr lang="es-ES" dirty="0" err="1"/>
              <a:t>MásMóvil</a:t>
            </a:r>
            <a:r>
              <a:rPr lang="es-ES" dirty="0"/>
              <a:t> , INE, UNAV,CNMC…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Posteriormente nuestro análisis.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  <p:sp>
        <p:nvSpPr>
          <p:cNvPr id="608" name="Google Shape;608;p45"/>
          <p:cNvSpPr/>
          <p:nvPr/>
        </p:nvSpPr>
        <p:spPr>
          <a:xfrm rot="-5400000">
            <a:off x="3487750" y="-487300"/>
            <a:ext cx="2028900" cy="9360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9" name="Google Shape;609;p45"/>
          <p:cNvCxnSpPr/>
          <p:nvPr/>
        </p:nvCxnSpPr>
        <p:spPr>
          <a:xfrm>
            <a:off x="58271" y="4643453"/>
            <a:ext cx="37338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10" name="Google Shape;610;p45"/>
          <p:cNvGrpSpPr/>
          <p:nvPr/>
        </p:nvGrpSpPr>
        <p:grpSpPr>
          <a:xfrm rot="290602">
            <a:off x="7814604" y="2976010"/>
            <a:ext cx="1239463" cy="2182712"/>
            <a:chOff x="5124850" y="509916"/>
            <a:chExt cx="1018000" cy="1792859"/>
          </a:xfrm>
        </p:grpSpPr>
        <p:sp>
          <p:nvSpPr>
            <p:cNvPr id="611" name="Google Shape;611;p45"/>
            <p:cNvSpPr/>
            <p:nvPr/>
          </p:nvSpPr>
          <p:spPr>
            <a:xfrm>
              <a:off x="5124850" y="512350"/>
              <a:ext cx="1018000" cy="163650"/>
            </a:xfrm>
            <a:custGeom>
              <a:avLst/>
              <a:gdLst/>
              <a:ahLst/>
              <a:cxnLst/>
              <a:rect l="l" t="t" r="r" b="b"/>
              <a:pathLst>
                <a:path w="40720" h="6546" extrusionOk="0">
                  <a:moveTo>
                    <a:pt x="1788" y="1"/>
                  </a:moveTo>
                  <a:cubicBezTo>
                    <a:pt x="1355" y="1"/>
                    <a:pt x="966" y="250"/>
                    <a:pt x="783" y="639"/>
                  </a:cubicBezTo>
                  <a:cubicBezTo>
                    <a:pt x="0" y="2310"/>
                    <a:pt x="0" y="4236"/>
                    <a:pt x="783" y="5907"/>
                  </a:cubicBezTo>
                  <a:cubicBezTo>
                    <a:pt x="966" y="6296"/>
                    <a:pt x="1355" y="6546"/>
                    <a:pt x="1788" y="6546"/>
                  </a:cubicBezTo>
                  <a:lnTo>
                    <a:pt x="38938" y="6546"/>
                  </a:lnTo>
                  <a:cubicBezTo>
                    <a:pt x="39365" y="6546"/>
                    <a:pt x="39759" y="6296"/>
                    <a:pt x="39937" y="5907"/>
                  </a:cubicBezTo>
                  <a:cubicBezTo>
                    <a:pt x="40720" y="4236"/>
                    <a:pt x="40720" y="2310"/>
                    <a:pt x="39937" y="639"/>
                  </a:cubicBezTo>
                  <a:cubicBezTo>
                    <a:pt x="39754" y="250"/>
                    <a:pt x="39365" y="1"/>
                    <a:pt x="389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5"/>
            <p:cNvSpPr/>
            <p:nvPr/>
          </p:nvSpPr>
          <p:spPr>
            <a:xfrm>
              <a:off x="5151075" y="676125"/>
              <a:ext cx="965550" cy="1626650"/>
            </a:xfrm>
            <a:custGeom>
              <a:avLst/>
              <a:gdLst/>
              <a:ahLst/>
              <a:cxnLst/>
              <a:rect l="l" t="t" r="r" b="b"/>
              <a:pathLst>
                <a:path w="38622" h="65066" extrusionOk="0">
                  <a:moveTo>
                    <a:pt x="0" y="0"/>
                  </a:moveTo>
                  <a:lnTo>
                    <a:pt x="0" y="56930"/>
                  </a:lnTo>
                  <a:cubicBezTo>
                    <a:pt x="0" y="60034"/>
                    <a:pt x="2254" y="62676"/>
                    <a:pt x="5313" y="63170"/>
                  </a:cubicBezTo>
                  <a:lnTo>
                    <a:pt x="14861" y="64708"/>
                  </a:lnTo>
                  <a:cubicBezTo>
                    <a:pt x="16335" y="64947"/>
                    <a:pt x="17823" y="65066"/>
                    <a:pt x="19311" y="65066"/>
                  </a:cubicBezTo>
                  <a:cubicBezTo>
                    <a:pt x="20799" y="65066"/>
                    <a:pt x="22286" y="64947"/>
                    <a:pt x="23760" y="64708"/>
                  </a:cubicBezTo>
                  <a:lnTo>
                    <a:pt x="33314" y="63170"/>
                  </a:lnTo>
                  <a:cubicBezTo>
                    <a:pt x="36373" y="62676"/>
                    <a:pt x="38622" y="60034"/>
                    <a:pt x="38622" y="56930"/>
                  </a:cubicBezTo>
                  <a:lnTo>
                    <a:pt x="386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5"/>
            <p:cNvSpPr/>
            <p:nvPr/>
          </p:nvSpPr>
          <p:spPr>
            <a:xfrm>
              <a:off x="5157050" y="512350"/>
              <a:ext cx="953750" cy="163650"/>
            </a:xfrm>
            <a:custGeom>
              <a:avLst/>
              <a:gdLst/>
              <a:ahLst/>
              <a:cxnLst/>
              <a:rect l="l" t="t" r="r" b="b"/>
              <a:pathLst>
                <a:path w="38150" h="6546" extrusionOk="0">
                  <a:moveTo>
                    <a:pt x="13573" y="1"/>
                  </a:moveTo>
                  <a:lnTo>
                    <a:pt x="13462" y="500"/>
                  </a:lnTo>
                  <a:cubicBezTo>
                    <a:pt x="6850" y="1527"/>
                    <a:pt x="0" y="3781"/>
                    <a:pt x="0" y="3781"/>
                  </a:cubicBezTo>
                  <a:lnTo>
                    <a:pt x="0" y="6413"/>
                  </a:lnTo>
                  <a:cubicBezTo>
                    <a:pt x="150" y="6496"/>
                    <a:pt x="322" y="6540"/>
                    <a:pt x="494" y="6546"/>
                  </a:cubicBezTo>
                  <a:lnTo>
                    <a:pt x="37650" y="6546"/>
                  </a:lnTo>
                  <a:cubicBezTo>
                    <a:pt x="37822" y="6540"/>
                    <a:pt x="37994" y="6496"/>
                    <a:pt x="38149" y="6413"/>
                  </a:cubicBezTo>
                  <a:lnTo>
                    <a:pt x="38149" y="3781"/>
                  </a:lnTo>
                  <a:cubicBezTo>
                    <a:pt x="38149" y="3781"/>
                    <a:pt x="30655" y="1788"/>
                    <a:pt x="24687" y="695"/>
                  </a:cubicBezTo>
                  <a:lnTo>
                    <a:pt x="245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5"/>
            <p:cNvSpPr/>
            <p:nvPr/>
          </p:nvSpPr>
          <p:spPr>
            <a:xfrm>
              <a:off x="5151075" y="676125"/>
              <a:ext cx="965550" cy="1367025"/>
            </a:xfrm>
            <a:custGeom>
              <a:avLst/>
              <a:gdLst/>
              <a:ahLst/>
              <a:cxnLst/>
              <a:rect l="l" t="t" r="r" b="b"/>
              <a:pathLst>
                <a:path w="38622" h="54681" extrusionOk="0">
                  <a:moveTo>
                    <a:pt x="0" y="0"/>
                  </a:moveTo>
                  <a:lnTo>
                    <a:pt x="0" y="51568"/>
                  </a:lnTo>
                  <a:cubicBezTo>
                    <a:pt x="261" y="52284"/>
                    <a:pt x="900" y="52794"/>
                    <a:pt x="1660" y="52894"/>
                  </a:cubicBezTo>
                  <a:lnTo>
                    <a:pt x="12147" y="54227"/>
                  </a:lnTo>
                  <a:cubicBezTo>
                    <a:pt x="14526" y="54529"/>
                    <a:pt x="16918" y="54681"/>
                    <a:pt x="19310" y="54681"/>
                  </a:cubicBezTo>
                  <a:cubicBezTo>
                    <a:pt x="21702" y="54681"/>
                    <a:pt x="24093" y="54529"/>
                    <a:pt x="26469" y="54227"/>
                  </a:cubicBezTo>
                  <a:lnTo>
                    <a:pt x="36967" y="52894"/>
                  </a:lnTo>
                  <a:cubicBezTo>
                    <a:pt x="37722" y="52794"/>
                    <a:pt x="38361" y="52284"/>
                    <a:pt x="38622" y="51568"/>
                  </a:cubicBezTo>
                  <a:lnTo>
                    <a:pt x="3862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5"/>
            <p:cNvSpPr/>
            <p:nvPr/>
          </p:nvSpPr>
          <p:spPr>
            <a:xfrm>
              <a:off x="5172850" y="515825"/>
              <a:ext cx="922125" cy="1487150"/>
            </a:xfrm>
            <a:custGeom>
              <a:avLst/>
              <a:gdLst/>
              <a:ahLst/>
              <a:cxnLst/>
              <a:rect l="l" t="t" r="r" b="b"/>
              <a:pathLst>
                <a:path w="36885" h="59486" extrusionOk="0">
                  <a:moveTo>
                    <a:pt x="13324" y="0"/>
                  </a:moveTo>
                  <a:lnTo>
                    <a:pt x="13013" y="1333"/>
                  </a:lnTo>
                  <a:cubicBezTo>
                    <a:pt x="6624" y="2332"/>
                    <a:pt x="1" y="4508"/>
                    <a:pt x="1" y="4508"/>
                  </a:cubicBezTo>
                  <a:lnTo>
                    <a:pt x="1" y="55870"/>
                  </a:lnTo>
                  <a:cubicBezTo>
                    <a:pt x="1" y="56847"/>
                    <a:pt x="728" y="57669"/>
                    <a:pt x="1694" y="57791"/>
                  </a:cubicBezTo>
                  <a:lnTo>
                    <a:pt x="11648" y="59057"/>
                  </a:lnTo>
                  <a:cubicBezTo>
                    <a:pt x="13904" y="59342"/>
                    <a:pt x="16174" y="59485"/>
                    <a:pt x="18442" y="59485"/>
                  </a:cubicBezTo>
                  <a:cubicBezTo>
                    <a:pt x="20710" y="59485"/>
                    <a:pt x="22978" y="59342"/>
                    <a:pt x="25232" y="59057"/>
                  </a:cubicBezTo>
                  <a:lnTo>
                    <a:pt x="35191" y="57791"/>
                  </a:lnTo>
                  <a:cubicBezTo>
                    <a:pt x="36157" y="57669"/>
                    <a:pt x="36884" y="56847"/>
                    <a:pt x="36884" y="55870"/>
                  </a:cubicBezTo>
                  <a:lnTo>
                    <a:pt x="36884" y="4508"/>
                  </a:lnTo>
                  <a:cubicBezTo>
                    <a:pt x="36884" y="4508"/>
                    <a:pt x="29634" y="2582"/>
                    <a:pt x="23866" y="1522"/>
                  </a:cubicBezTo>
                  <a:lnTo>
                    <a:pt x="235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5"/>
            <p:cNvSpPr/>
            <p:nvPr/>
          </p:nvSpPr>
          <p:spPr>
            <a:xfrm>
              <a:off x="5458350" y="1836425"/>
              <a:ext cx="350875" cy="65900"/>
            </a:xfrm>
            <a:custGeom>
              <a:avLst/>
              <a:gdLst/>
              <a:ahLst/>
              <a:cxnLst/>
              <a:rect l="l" t="t" r="r" b="b"/>
              <a:pathLst>
                <a:path w="14035" h="2636" extrusionOk="0">
                  <a:moveTo>
                    <a:pt x="935" y="1"/>
                  </a:moveTo>
                  <a:cubicBezTo>
                    <a:pt x="587" y="1"/>
                    <a:pt x="260" y="224"/>
                    <a:pt x="144" y="576"/>
                  </a:cubicBezTo>
                  <a:cubicBezTo>
                    <a:pt x="0" y="1009"/>
                    <a:pt x="239" y="1481"/>
                    <a:pt x="677" y="1625"/>
                  </a:cubicBezTo>
                  <a:cubicBezTo>
                    <a:pt x="2726" y="2297"/>
                    <a:pt x="4869" y="2635"/>
                    <a:pt x="7023" y="2635"/>
                  </a:cubicBezTo>
                  <a:cubicBezTo>
                    <a:pt x="9177" y="2635"/>
                    <a:pt x="11314" y="2297"/>
                    <a:pt x="13362" y="1625"/>
                  </a:cubicBezTo>
                  <a:cubicBezTo>
                    <a:pt x="13795" y="1481"/>
                    <a:pt x="14034" y="1009"/>
                    <a:pt x="13895" y="576"/>
                  </a:cubicBezTo>
                  <a:cubicBezTo>
                    <a:pt x="13780" y="224"/>
                    <a:pt x="13453" y="1"/>
                    <a:pt x="13102" y="1"/>
                  </a:cubicBezTo>
                  <a:cubicBezTo>
                    <a:pt x="13015" y="1"/>
                    <a:pt x="12927" y="14"/>
                    <a:pt x="12841" y="43"/>
                  </a:cubicBezTo>
                  <a:cubicBezTo>
                    <a:pt x="10950" y="662"/>
                    <a:pt x="8985" y="971"/>
                    <a:pt x="7019" y="971"/>
                  </a:cubicBezTo>
                  <a:cubicBezTo>
                    <a:pt x="5053" y="971"/>
                    <a:pt x="3087" y="662"/>
                    <a:pt x="1194" y="43"/>
                  </a:cubicBezTo>
                  <a:cubicBezTo>
                    <a:pt x="1108" y="14"/>
                    <a:pt x="1021" y="1"/>
                    <a:pt x="9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5"/>
            <p:cNvSpPr/>
            <p:nvPr/>
          </p:nvSpPr>
          <p:spPr>
            <a:xfrm rot="5400000">
              <a:off x="5518839" y="553860"/>
              <a:ext cx="230148" cy="142261"/>
            </a:xfrm>
            <a:custGeom>
              <a:avLst/>
              <a:gdLst/>
              <a:ahLst/>
              <a:cxnLst/>
              <a:rect l="l" t="t" r="r" b="b"/>
              <a:pathLst>
                <a:path w="9205" h="5691" extrusionOk="0">
                  <a:moveTo>
                    <a:pt x="1111" y="1"/>
                  </a:moveTo>
                  <a:cubicBezTo>
                    <a:pt x="806" y="1"/>
                    <a:pt x="556" y="228"/>
                    <a:pt x="522" y="528"/>
                  </a:cubicBezTo>
                  <a:lnTo>
                    <a:pt x="39" y="5036"/>
                  </a:lnTo>
                  <a:cubicBezTo>
                    <a:pt x="1" y="5385"/>
                    <a:pt x="273" y="5691"/>
                    <a:pt x="622" y="5691"/>
                  </a:cubicBezTo>
                  <a:lnTo>
                    <a:pt x="8583" y="5691"/>
                  </a:lnTo>
                  <a:cubicBezTo>
                    <a:pt x="8933" y="5685"/>
                    <a:pt x="9205" y="5385"/>
                    <a:pt x="9166" y="5036"/>
                  </a:cubicBezTo>
                  <a:lnTo>
                    <a:pt x="8677" y="528"/>
                  </a:lnTo>
                  <a:cubicBezTo>
                    <a:pt x="8644" y="228"/>
                    <a:pt x="8394" y="1"/>
                    <a:pt x="8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5"/>
            <p:cNvSpPr/>
            <p:nvPr/>
          </p:nvSpPr>
          <p:spPr>
            <a:xfrm>
              <a:off x="5574775" y="587575"/>
              <a:ext cx="103300" cy="88450"/>
            </a:xfrm>
            <a:custGeom>
              <a:avLst/>
              <a:gdLst/>
              <a:ahLst/>
              <a:cxnLst/>
              <a:rect l="l" t="t" r="r" b="b"/>
              <a:pathLst>
                <a:path w="4132" h="3538" extrusionOk="0">
                  <a:moveTo>
                    <a:pt x="2366" y="1"/>
                  </a:moveTo>
                  <a:cubicBezTo>
                    <a:pt x="789" y="1"/>
                    <a:pt x="1" y="1905"/>
                    <a:pt x="1117" y="3015"/>
                  </a:cubicBezTo>
                  <a:cubicBezTo>
                    <a:pt x="1476" y="3376"/>
                    <a:pt x="1919" y="3538"/>
                    <a:pt x="2353" y="3538"/>
                  </a:cubicBezTo>
                  <a:cubicBezTo>
                    <a:pt x="3260" y="3538"/>
                    <a:pt x="4131" y="2832"/>
                    <a:pt x="4131" y="1766"/>
                  </a:cubicBezTo>
                  <a:cubicBezTo>
                    <a:pt x="4131" y="789"/>
                    <a:pt x="3343" y="1"/>
                    <a:pt x="23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5"/>
            <p:cNvSpPr/>
            <p:nvPr/>
          </p:nvSpPr>
          <p:spPr>
            <a:xfrm>
              <a:off x="5602825" y="608525"/>
              <a:ext cx="54275" cy="46525"/>
            </a:xfrm>
            <a:custGeom>
              <a:avLst/>
              <a:gdLst/>
              <a:ahLst/>
              <a:cxnLst/>
              <a:rect l="l" t="t" r="r" b="b"/>
              <a:pathLst>
                <a:path w="2171" h="1861" extrusionOk="0">
                  <a:moveTo>
                    <a:pt x="1244" y="1"/>
                  </a:moveTo>
                  <a:cubicBezTo>
                    <a:pt x="417" y="1"/>
                    <a:pt x="0" y="1000"/>
                    <a:pt x="583" y="1588"/>
                  </a:cubicBezTo>
                  <a:cubicBezTo>
                    <a:pt x="773" y="1776"/>
                    <a:pt x="1005" y="1860"/>
                    <a:pt x="1233" y="1860"/>
                  </a:cubicBezTo>
                  <a:cubicBezTo>
                    <a:pt x="1712" y="1860"/>
                    <a:pt x="2171" y="1488"/>
                    <a:pt x="2171" y="928"/>
                  </a:cubicBezTo>
                  <a:cubicBezTo>
                    <a:pt x="2171" y="417"/>
                    <a:pt x="1754" y="1"/>
                    <a:pt x="12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5"/>
            <p:cNvSpPr/>
            <p:nvPr/>
          </p:nvSpPr>
          <p:spPr>
            <a:xfrm>
              <a:off x="5231150" y="847650"/>
              <a:ext cx="805525" cy="909925"/>
            </a:xfrm>
            <a:custGeom>
              <a:avLst/>
              <a:gdLst/>
              <a:ahLst/>
              <a:cxnLst/>
              <a:rect l="l" t="t" r="r" b="b"/>
              <a:pathLst>
                <a:path w="32221" h="36397" extrusionOk="0">
                  <a:moveTo>
                    <a:pt x="1788" y="1"/>
                  </a:moveTo>
                  <a:cubicBezTo>
                    <a:pt x="800" y="1"/>
                    <a:pt x="0" y="800"/>
                    <a:pt x="0" y="1788"/>
                  </a:cubicBezTo>
                  <a:lnTo>
                    <a:pt x="0" y="30684"/>
                  </a:lnTo>
                  <a:cubicBezTo>
                    <a:pt x="0" y="32988"/>
                    <a:pt x="1710" y="34931"/>
                    <a:pt x="3992" y="35225"/>
                  </a:cubicBezTo>
                  <a:cubicBezTo>
                    <a:pt x="7883" y="35724"/>
                    <a:pt x="13585" y="36396"/>
                    <a:pt x="16111" y="36396"/>
                  </a:cubicBezTo>
                  <a:cubicBezTo>
                    <a:pt x="18637" y="36396"/>
                    <a:pt x="24332" y="35724"/>
                    <a:pt x="28229" y="35225"/>
                  </a:cubicBezTo>
                  <a:cubicBezTo>
                    <a:pt x="30511" y="34931"/>
                    <a:pt x="32221" y="32988"/>
                    <a:pt x="32221" y="30684"/>
                  </a:cubicBezTo>
                  <a:lnTo>
                    <a:pt x="32215" y="1788"/>
                  </a:lnTo>
                  <a:cubicBezTo>
                    <a:pt x="32215" y="800"/>
                    <a:pt x="31416" y="1"/>
                    <a:pt x="304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5"/>
            <p:cNvSpPr/>
            <p:nvPr/>
          </p:nvSpPr>
          <p:spPr>
            <a:xfrm>
              <a:off x="5254750" y="874300"/>
              <a:ext cx="758350" cy="856625"/>
            </a:xfrm>
            <a:custGeom>
              <a:avLst/>
              <a:gdLst/>
              <a:ahLst/>
              <a:cxnLst/>
              <a:rect l="l" t="t" r="r" b="b"/>
              <a:pathLst>
                <a:path w="30334" h="34265" extrusionOk="0">
                  <a:moveTo>
                    <a:pt x="1682" y="1"/>
                  </a:moveTo>
                  <a:cubicBezTo>
                    <a:pt x="755" y="1"/>
                    <a:pt x="0" y="756"/>
                    <a:pt x="0" y="1683"/>
                  </a:cubicBezTo>
                  <a:lnTo>
                    <a:pt x="0" y="28890"/>
                  </a:lnTo>
                  <a:cubicBezTo>
                    <a:pt x="0" y="31056"/>
                    <a:pt x="1610" y="32887"/>
                    <a:pt x="3759" y="33165"/>
                  </a:cubicBezTo>
                  <a:cubicBezTo>
                    <a:pt x="7428" y="33631"/>
                    <a:pt x="12785" y="34264"/>
                    <a:pt x="15167" y="34264"/>
                  </a:cubicBezTo>
                  <a:cubicBezTo>
                    <a:pt x="17548" y="34264"/>
                    <a:pt x="22911" y="33631"/>
                    <a:pt x="26575" y="33165"/>
                  </a:cubicBezTo>
                  <a:cubicBezTo>
                    <a:pt x="28723" y="32887"/>
                    <a:pt x="30333" y="31056"/>
                    <a:pt x="30333" y="28890"/>
                  </a:cubicBezTo>
                  <a:lnTo>
                    <a:pt x="30333" y="1683"/>
                  </a:lnTo>
                  <a:cubicBezTo>
                    <a:pt x="30333" y="756"/>
                    <a:pt x="29578" y="1"/>
                    <a:pt x="286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5"/>
            <p:cNvSpPr/>
            <p:nvPr/>
          </p:nvSpPr>
          <p:spPr>
            <a:xfrm>
              <a:off x="5539400" y="1486625"/>
              <a:ext cx="182100" cy="175225"/>
            </a:xfrm>
            <a:custGeom>
              <a:avLst/>
              <a:gdLst/>
              <a:ahLst/>
              <a:cxnLst/>
              <a:rect l="l" t="t" r="r" b="b"/>
              <a:pathLst>
                <a:path w="7284" h="7009" extrusionOk="0">
                  <a:moveTo>
                    <a:pt x="3781" y="1"/>
                  </a:moveTo>
                  <a:cubicBezTo>
                    <a:pt x="2365" y="1"/>
                    <a:pt x="1083" y="856"/>
                    <a:pt x="544" y="2166"/>
                  </a:cubicBezTo>
                  <a:cubicBezTo>
                    <a:pt x="0" y="3476"/>
                    <a:pt x="300" y="4980"/>
                    <a:pt x="1305" y="5980"/>
                  </a:cubicBezTo>
                  <a:cubicBezTo>
                    <a:pt x="1973" y="6651"/>
                    <a:pt x="2867" y="7008"/>
                    <a:pt x="3777" y="7008"/>
                  </a:cubicBezTo>
                  <a:cubicBezTo>
                    <a:pt x="4229" y="7008"/>
                    <a:pt x="4684" y="6920"/>
                    <a:pt x="5119" y="6740"/>
                  </a:cubicBezTo>
                  <a:cubicBezTo>
                    <a:pt x="6429" y="6202"/>
                    <a:pt x="7284" y="4919"/>
                    <a:pt x="7284" y="3504"/>
                  </a:cubicBezTo>
                  <a:cubicBezTo>
                    <a:pt x="7284" y="1572"/>
                    <a:pt x="5713" y="1"/>
                    <a:pt x="37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5"/>
            <p:cNvSpPr/>
            <p:nvPr/>
          </p:nvSpPr>
          <p:spPr>
            <a:xfrm>
              <a:off x="5354525" y="985325"/>
              <a:ext cx="558650" cy="451225"/>
            </a:xfrm>
            <a:custGeom>
              <a:avLst/>
              <a:gdLst/>
              <a:ahLst/>
              <a:cxnLst/>
              <a:rect l="l" t="t" r="r" b="b"/>
              <a:pathLst>
                <a:path w="22346" h="18049" extrusionOk="0">
                  <a:moveTo>
                    <a:pt x="1006" y="1"/>
                  </a:moveTo>
                  <a:cubicBezTo>
                    <a:pt x="450" y="1"/>
                    <a:pt x="1" y="451"/>
                    <a:pt x="1" y="1006"/>
                  </a:cubicBezTo>
                  <a:lnTo>
                    <a:pt x="1" y="17044"/>
                  </a:lnTo>
                  <a:cubicBezTo>
                    <a:pt x="1" y="17605"/>
                    <a:pt x="450" y="18049"/>
                    <a:pt x="1006" y="18049"/>
                  </a:cubicBezTo>
                  <a:lnTo>
                    <a:pt x="21340" y="18049"/>
                  </a:lnTo>
                  <a:cubicBezTo>
                    <a:pt x="21901" y="18049"/>
                    <a:pt x="22345" y="17605"/>
                    <a:pt x="22345" y="17044"/>
                  </a:cubicBezTo>
                  <a:lnTo>
                    <a:pt x="22345" y="1006"/>
                  </a:lnTo>
                  <a:cubicBezTo>
                    <a:pt x="22345" y="451"/>
                    <a:pt x="21901" y="1"/>
                    <a:pt x="213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5"/>
            <p:cNvSpPr/>
            <p:nvPr/>
          </p:nvSpPr>
          <p:spPr>
            <a:xfrm>
              <a:off x="5426550" y="985325"/>
              <a:ext cx="153250" cy="451225"/>
            </a:xfrm>
            <a:custGeom>
              <a:avLst/>
              <a:gdLst/>
              <a:ahLst/>
              <a:cxnLst/>
              <a:rect l="l" t="t" r="r" b="b"/>
              <a:pathLst>
                <a:path w="6130" h="18049" extrusionOk="0">
                  <a:moveTo>
                    <a:pt x="3504" y="1"/>
                  </a:moveTo>
                  <a:lnTo>
                    <a:pt x="1" y="18049"/>
                  </a:lnTo>
                  <a:lnTo>
                    <a:pt x="2632" y="18049"/>
                  </a:lnTo>
                  <a:lnTo>
                    <a:pt x="6130" y="1"/>
                  </a:lnTo>
                  <a:close/>
                </a:path>
              </a:pathLst>
            </a:custGeom>
            <a:solidFill>
              <a:srgbClr val="073763">
                <a:alpha val="3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5"/>
            <p:cNvSpPr/>
            <p:nvPr/>
          </p:nvSpPr>
          <p:spPr>
            <a:xfrm>
              <a:off x="5546325" y="985325"/>
              <a:ext cx="131325" cy="451225"/>
            </a:xfrm>
            <a:custGeom>
              <a:avLst/>
              <a:gdLst/>
              <a:ahLst/>
              <a:cxnLst/>
              <a:rect l="l" t="t" r="r" b="b"/>
              <a:pathLst>
                <a:path w="5253" h="18049" extrusionOk="0">
                  <a:moveTo>
                    <a:pt x="3504" y="1"/>
                  </a:moveTo>
                  <a:lnTo>
                    <a:pt x="1" y="18049"/>
                  </a:lnTo>
                  <a:lnTo>
                    <a:pt x="1749" y="18049"/>
                  </a:lnTo>
                  <a:lnTo>
                    <a:pt x="5252" y="1"/>
                  </a:lnTo>
                  <a:close/>
                </a:path>
              </a:pathLst>
            </a:custGeom>
            <a:solidFill>
              <a:srgbClr val="073763">
                <a:alpha val="3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5"/>
            <p:cNvSpPr/>
            <p:nvPr/>
          </p:nvSpPr>
          <p:spPr>
            <a:xfrm>
              <a:off x="5443900" y="1216550"/>
              <a:ext cx="64300" cy="106900"/>
            </a:xfrm>
            <a:custGeom>
              <a:avLst/>
              <a:gdLst/>
              <a:ahLst/>
              <a:cxnLst/>
              <a:rect l="l" t="t" r="r" b="b"/>
              <a:pathLst>
                <a:path w="2572" h="4276" extrusionOk="0">
                  <a:moveTo>
                    <a:pt x="1150" y="1"/>
                  </a:moveTo>
                  <a:cubicBezTo>
                    <a:pt x="850" y="178"/>
                    <a:pt x="512" y="300"/>
                    <a:pt x="167" y="350"/>
                  </a:cubicBezTo>
                  <a:lnTo>
                    <a:pt x="167" y="839"/>
                  </a:lnTo>
                  <a:lnTo>
                    <a:pt x="956" y="839"/>
                  </a:lnTo>
                  <a:lnTo>
                    <a:pt x="956" y="3642"/>
                  </a:lnTo>
                  <a:lnTo>
                    <a:pt x="1" y="3642"/>
                  </a:lnTo>
                  <a:lnTo>
                    <a:pt x="1" y="4275"/>
                  </a:lnTo>
                  <a:lnTo>
                    <a:pt x="2571" y="4275"/>
                  </a:lnTo>
                  <a:lnTo>
                    <a:pt x="2571" y="3642"/>
                  </a:lnTo>
                  <a:lnTo>
                    <a:pt x="1727" y="3642"/>
                  </a:lnTo>
                  <a:lnTo>
                    <a:pt x="172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5"/>
            <p:cNvSpPr/>
            <p:nvPr/>
          </p:nvSpPr>
          <p:spPr>
            <a:xfrm>
              <a:off x="5523025" y="1214475"/>
              <a:ext cx="73150" cy="108825"/>
            </a:xfrm>
            <a:custGeom>
              <a:avLst/>
              <a:gdLst/>
              <a:ahLst/>
              <a:cxnLst/>
              <a:rect l="l" t="t" r="r" b="b"/>
              <a:pathLst>
                <a:path w="2926" h="4353" extrusionOk="0">
                  <a:moveTo>
                    <a:pt x="1366" y="0"/>
                  </a:moveTo>
                  <a:cubicBezTo>
                    <a:pt x="783" y="0"/>
                    <a:pt x="394" y="245"/>
                    <a:pt x="0" y="667"/>
                  </a:cubicBezTo>
                  <a:lnTo>
                    <a:pt x="433" y="1088"/>
                  </a:lnTo>
                  <a:cubicBezTo>
                    <a:pt x="661" y="833"/>
                    <a:pt x="933" y="617"/>
                    <a:pt x="1266" y="617"/>
                  </a:cubicBezTo>
                  <a:cubicBezTo>
                    <a:pt x="1727" y="617"/>
                    <a:pt x="1971" y="905"/>
                    <a:pt x="1971" y="1355"/>
                  </a:cubicBezTo>
                  <a:cubicBezTo>
                    <a:pt x="1971" y="2004"/>
                    <a:pt x="1227" y="2754"/>
                    <a:pt x="39" y="3909"/>
                  </a:cubicBezTo>
                  <a:lnTo>
                    <a:pt x="39" y="4353"/>
                  </a:lnTo>
                  <a:lnTo>
                    <a:pt x="2926" y="4353"/>
                  </a:lnTo>
                  <a:lnTo>
                    <a:pt x="2926" y="3698"/>
                  </a:lnTo>
                  <a:lnTo>
                    <a:pt x="1882" y="3698"/>
                  </a:lnTo>
                  <a:cubicBezTo>
                    <a:pt x="1671" y="3698"/>
                    <a:pt x="1388" y="3720"/>
                    <a:pt x="1160" y="3742"/>
                  </a:cubicBezTo>
                  <a:cubicBezTo>
                    <a:pt x="2015" y="2854"/>
                    <a:pt x="2720" y="2077"/>
                    <a:pt x="2720" y="1310"/>
                  </a:cubicBezTo>
                  <a:cubicBezTo>
                    <a:pt x="2720" y="522"/>
                    <a:pt x="2182" y="0"/>
                    <a:pt x="13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5"/>
            <p:cNvSpPr/>
            <p:nvPr/>
          </p:nvSpPr>
          <p:spPr>
            <a:xfrm>
              <a:off x="5614050" y="1242950"/>
              <a:ext cx="29450" cy="82425"/>
            </a:xfrm>
            <a:custGeom>
              <a:avLst/>
              <a:gdLst/>
              <a:ahLst/>
              <a:cxnLst/>
              <a:rect l="l" t="t" r="r" b="b"/>
              <a:pathLst>
                <a:path w="1178" h="3297" extrusionOk="0">
                  <a:moveTo>
                    <a:pt x="514" y="0"/>
                  </a:moveTo>
                  <a:cubicBezTo>
                    <a:pt x="264" y="0"/>
                    <a:pt x="23" y="188"/>
                    <a:pt x="12" y="482"/>
                  </a:cubicBezTo>
                  <a:cubicBezTo>
                    <a:pt x="1" y="765"/>
                    <a:pt x="223" y="999"/>
                    <a:pt x="512" y="1004"/>
                  </a:cubicBezTo>
                  <a:cubicBezTo>
                    <a:pt x="950" y="1004"/>
                    <a:pt x="1178" y="471"/>
                    <a:pt x="872" y="155"/>
                  </a:cubicBezTo>
                  <a:cubicBezTo>
                    <a:pt x="770" y="48"/>
                    <a:pt x="641" y="0"/>
                    <a:pt x="514" y="0"/>
                  </a:cubicBezTo>
                  <a:close/>
                  <a:moveTo>
                    <a:pt x="513" y="2296"/>
                  </a:moveTo>
                  <a:cubicBezTo>
                    <a:pt x="263" y="2296"/>
                    <a:pt x="23" y="2484"/>
                    <a:pt x="12" y="2775"/>
                  </a:cubicBezTo>
                  <a:cubicBezTo>
                    <a:pt x="1" y="3058"/>
                    <a:pt x="223" y="3297"/>
                    <a:pt x="512" y="3297"/>
                  </a:cubicBezTo>
                  <a:cubicBezTo>
                    <a:pt x="950" y="3297"/>
                    <a:pt x="1178" y="2770"/>
                    <a:pt x="872" y="2453"/>
                  </a:cubicBezTo>
                  <a:cubicBezTo>
                    <a:pt x="770" y="2345"/>
                    <a:pt x="640" y="2296"/>
                    <a:pt x="513" y="229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5"/>
            <p:cNvSpPr/>
            <p:nvPr/>
          </p:nvSpPr>
          <p:spPr>
            <a:xfrm>
              <a:off x="5654025" y="1214475"/>
              <a:ext cx="73725" cy="110900"/>
            </a:xfrm>
            <a:custGeom>
              <a:avLst/>
              <a:gdLst/>
              <a:ahLst/>
              <a:cxnLst/>
              <a:rect l="l" t="t" r="r" b="b"/>
              <a:pathLst>
                <a:path w="2949" h="4436" extrusionOk="0">
                  <a:moveTo>
                    <a:pt x="1427" y="0"/>
                  </a:moveTo>
                  <a:cubicBezTo>
                    <a:pt x="911" y="0"/>
                    <a:pt x="500" y="222"/>
                    <a:pt x="139" y="544"/>
                  </a:cubicBezTo>
                  <a:lnTo>
                    <a:pt x="539" y="1022"/>
                  </a:lnTo>
                  <a:cubicBezTo>
                    <a:pt x="794" y="778"/>
                    <a:pt x="1061" y="617"/>
                    <a:pt x="1394" y="617"/>
                  </a:cubicBezTo>
                  <a:cubicBezTo>
                    <a:pt x="1788" y="617"/>
                    <a:pt x="2027" y="833"/>
                    <a:pt x="2027" y="1188"/>
                  </a:cubicBezTo>
                  <a:cubicBezTo>
                    <a:pt x="2027" y="1583"/>
                    <a:pt x="1749" y="1871"/>
                    <a:pt x="917" y="1871"/>
                  </a:cubicBezTo>
                  <a:lnTo>
                    <a:pt x="917" y="2437"/>
                  </a:lnTo>
                  <a:cubicBezTo>
                    <a:pt x="1883" y="2437"/>
                    <a:pt x="2171" y="2721"/>
                    <a:pt x="2171" y="3159"/>
                  </a:cubicBezTo>
                  <a:cubicBezTo>
                    <a:pt x="2171" y="3564"/>
                    <a:pt x="1844" y="3803"/>
                    <a:pt x="1377" y="3803"/>
                  </a:cubicBezTo>
                  <a:cubicBezTo>
                    <a:pt x="950" y="3803"/>
                    <a:pt x="628" y="3598"/>
                    <a:pt x="367" y="3337"/>
                  </a:cubicBezTo>
                  <a:lnTo>
                    <a:pt x="1" y="3831"/>
                  </a:lnTo>
                  <a:cubicBezTo>
                    <a:pt x="295" y="4169"/>
                    <a:pt x="756" y="4436"/>
                    <a:pt x="1444" y="4436"/>
                  </a:cubicBezTo>
                  <a:cubicBezTo>
                    <a:pt x="2271" y="4436"/>
                    <a:pt x="2948" y="3981"/>
                    <a:pt x="2948" y="3204"/>
                  </a:cubicBezTo>
                  <a:cubicBezTo>
                    <a:pt x="2948" y="2637"/>
                    <a:pt x="2565" y="2271"/>
                    <a:pt x="2060" y="2143"/>
                  </a:cubicBezTo>
                  <a:lnTo>
                    <a:pt x="2060" y="2115"/>
                  </a:lnTo>
                  <a:cubicBezTo>
                    <a:pt x="2521" y="1932"/>
                    <a:pt x="2804" y="1610"/>
                    <a:pt x="2804" y="1133"/>
                  </a:cubicBezTo>
                  <a:cubicBezTo>
                    <a:pt x="2804" y="411"/>
                    <a:pt x="2243" y="0"/>
                    <a:pt x="14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5"/>
            <p:cNvSpPr/>
            <p:nvPr/>
          </p:nvSpPr>
          <p:spPr>
            <a:xfrm>
              <a:off x="5739100" y="1216425"/>
              <a:ext cx="78725" cy="106875"/>
            </a:xfrm>
            <a:custGeom>
              <a:avLst/>
              <a:gdLst/>
              <a:ahLst/>
              <a:cxnLst/>
              <a:rect l="l" t="t" r="r" b="b"/>
              <a:pathLst>
                <a:path w="3149" h="4275" extrusionOk="0">
                  <a:moveTo>
                    <a:pt x="1916" y="727"/>
                  </a:moveTo>
                  <a:cubicBezTo>
                    <a:pt x="1905" y="972"/>
                    <a:pt x="1883" y="1366"/>
                    <a:pt x="1883" y="1616"/>
                  </a:cubicBezTo>
                  <a:lnTo>
                    <a:pt x="1883" y="2581"/>
                  </a:lnTo>
                  <a:lnTo>
                    <a:pt x="767" y="2581"/>
                  </a:lnTo>
                  <a:lnTo>
                    <a:pt x="1544" y="1388"/>
                  </a:lnTo>
                  <a:cubicBezTo>
                    <a:pt x="1661" y="1160"/>
                    <a:pt x="1783" y="949"/>
                    <a:pt x="1888" y="727"/>
                  </a:cubicBezTo>
                  <a:close/>
                  <a:moveTo>
                    <a:pt x="1694" y="0"/>
                  </a:moveTo>
                  <a:lnTo>
                    <a:pt x="1" y="2654"/>
                  </a:lnTo>
                  <a:lnTo>
                    <a:pt x="1" y="3175"/>
                  </a:lnTo>
                  <a:lnTo>
                    <a:pt x="1883" y="3175"/>
                  </a:lnTo>
                  <a:lnTo>
                    <a:pt x="1883" y="4275"/>
                  </a:lnTo>
                  <a:lnTo>
                    <a:pt x="2610" y="4275"/>
                  </a:lnTo>
                  <a:lnTo>
                    <a:pt x="2610" y="3175"/>
                  </a:lnTo>
                  <a:lnTo>
                    <a:pt x="3148" y="3175"/>
                  </a:lnTo>
                  <a:lnTo>
                    <a:pt x="3148" y="2581"/>
                  </a:lnTo>
                  <a:lnTo>
                    <a:pt x="2610" y="2581"/>
                  </a:lnTo>
                  <a:lnTo>
                    <a:pt x="26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1" name="Google Shape;631;p45"/>
          <p:cNvGrpSpPr/>
          <p:nvPr/>
        </p:nvGrpSpPr>
        <p:grpSpPr>
          <a:xfrm rot="5400000">
            <a:off x="6443218" y="4545852"/>
            <a:ext cx="124200" cy="525800"/>
            <a:chOff x="202025" y="2122800"/>
            <a:chExt cx="124200" cy="525800"/>
          </a:xfrm>
        </p:grpSpPr>
        <p:sp>
          <p:nvSpPr>
            <p:cNvPr id="632" name="Google Shape;632;p45"/>
            <p:cNvSpPr/>
            <p:nvPr/>
          </p:nvSpPr>
          <p:spPr>
            <a:xfrm rot="5400000">
              <a:off x="202025" y="21228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5"/>
            <p:cNvSpPr/>
            <p:nvPr/>
          </p:nvSpPr>
          <p:spPr>
            <a:xfrm rot="5400000">
              <a:off x="202025" y="23236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5"/>
            <p:cNvSpPr/>
            <p:nvPr/>
          </p:nvSpPr>
          <p:spPr>
            <a:xfrm rot="5400000">
              <a:off x="202025" y="25244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45"/>
          <p:cNvGrpSpPr/>
          <p:nvPr/>
        </p:nvGrpSpPr>
        <p:grpSpPr>
          <a:xfrm rot="5400000">
            <a:off x="545084" y="4547273"/>
            <a:ext cx="124200" cy="525800"/>
            <a:chOff x="202025" y="2122800"/>
            <a:chExt cx="124200" cy="525800"/>
          </a:xfrm>
        </p:grpSpPr>
        <p:sp>
          <p:nvSpPr>
            <p:cNvPr id="636" name="Google Shape;636;p45"/>
            <p:cNvSpPr/>
            <p:nvPr/>
          </p:nvSpPr>
          <p:spPr>
            <a:xfrm rot="5400000">
              <a:off x="202025" y="21228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5"/>
            <p:cNvSpPr/>
            <p:nvPr/>
          </p:nvSpPr>
          <p:spPr>
            <a:xfrm rot="5400000">
              <a:off x="202025" y="23236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5"/>
            <p:cNvSpPr/>
            <p:nvPr/>
          </p:nvSpPr>
          <p:spPr>
            <a:xfrm rot="5400000">
              <a:off x="202025" y="25244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6"/>
          <p:cNvSpPr/>
          <p:nvPr/>
        </p:nvSpPr>
        <p:spPr>
          <a:xfrm rot="-5400000">
            <a:off x="7415425" y="2014500"/>
            <a:ext cx="1898100" cy="16416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6"/>
          <p:cNvSpPr/>
          <p:nvPr/>
        </p:nvSpPr>
        <p:spPr>
          <a:xfrm rot="5400000">
            <a:off x="-128375" y="2014500"/>
            <a:ext cx="1898100" cy="16416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46"/>
          <p:cNvSpPr txBox="1">
            <a:spLocks noGrp="1"/>
          </p:cNvSpPr>
          <p:nvPr>
            <p:ph type="title"/>
          </p:nvPr>
        </p:nvSpPr>
        <p:spPr>
          <a:xfrm>
            <a:off x="-1061407" y="486639"/>
            <a:ext cx="5317490" cy="5085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Encuesta</a:t>
            </a:r>
            <a:endParaRPr sz="4000" dirty="0"/>
          </a:p>
        </p:txBody>
      </p:sp>
      <p:sp>
        <p:nvSpPr>
          <p:cNvPr id="647" name="Google Shape;647;p46"/>
          <p:cNvSpPr txBox="1">
            <a:spLocks noGrp="1"/>
          </p:cNvSpPr>
          <p:nvPr>
            <p:ph type="subTitle" idx="1"/>
          </p:nvPr>
        </p:nvSpPr>
        <p:spPr>
          <a:xfrm>
            <a:off x="4137219" y="1423151"/>
            <a:ext cx="4780062" cy="19591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sz="1200" dirty="0"/>
              <a:t>El número de teléfonos fijos se mantiene, sin embargo si relativizamos a porcentaje , se ve claramente como disminuye.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s-ES" sz="12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sz="1200" dirty="0"/>
              <a:t>Las líneas de telefonía móvil ya doblegan en número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s-ES" sz="1200" dirty="0"/>
              <a:t>	a las de telefonía fija.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s-E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s-E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s-ES" sz="1200" dirty="0"/>
              <a:t> - Portabilidad y conexión a internet.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s-ES" sz="1200" dirty="0"/>
          </a:p>
        </p:txBody>
      </p:sp>
      <p:cxnSp>
        <p:nvCxnSpPr>
          <p:cNvPr id="648" name="Google Shape;648;p46"/>
          <p:cNvCxnSpPr/>
          <p:nvPr/>
        </p:nvCxnSpPr>
        <p:spPr>
          <a:xfrm>
            <a:off x="2773725" y="4494500"/>
            <a:ext cx="37338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50" name="Google Shape;650;p46"/>
          <p:cNvGrpSpPr/>
          <p:nvPr/>
        </p:nvGrpSpPr>
        <p:grpSpPr>
          <a:xfrm rot="5400000">
            <a:off x="4578525" y="4018575"/>
            <a:ext cx="124200" cy="525800"/>
            <a:chOff x="202025" y="2122800"/>
            <a:chExt cx="124200" cy="525800"/>
          </a:xfrm>
        </p:grpSpPr>
        <p:sp>
          <p:nvSpPr>
            <p:cNvPr id="651" name="Google Shape;651;p46"/>
            <p:cNvSpPr/>
            <p:nvPr/>
          </p:nvSpPr>
          <p:spPr>
            <a:xfrm rot="5400000">
              <a:off x="202025" y="21228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6"/>
            <p:cNvSpPr/>
            <p:nvPr/>
          </p:nvSpPr>
          <p:spPr>
            <a:xfrm rot="5400000">
              <a:off x="202025" y="23236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6"/>
            <p:cNvSpPr/>
            <p:nvPr/>
          </p:nvSpPr>
          <p:spPr>
            <a:xfrm rot="5400000">
              <a:off x="202025" y="25244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8" name="Google Shape;658;p46"/>
          <p:cNvGrpSpPr/>
          <p:nvPr/>
        </p:nvGrpSpPr>
        <p:grpSpPr>
          <a:xfrm rot="-712808">
            <a:off x="869267" y="1353880"/>
            <a:ext cx="525791" cy="2261878"/>
            <a:chOff x="238125" y="1215275"/>
            <a:chExt cx="760125" cy="3269950"/>
          </a:xfrm>
        </p:grpSpPr>
        <p:sp>
          <p:nvSpPr>
            <p:cNvPr id="659" name="Google Shape;659;p46"/>
            <p:cNvSpPr/>
            <p:nvPr/>
          </p:nvSpPr>
          <p:spPr>
            <a:xfrm>
              <a:off x="238125" y="1863300"/>
              <a:ext cx="760125" cy="959950"/>
            </a:xfrm>
            <a:custGeom>
              <a:avLst/>
              <a:gdLst/>
              <a:ahLst/>
              <a:cxnLst/>
              <a:rect l="l" t="t" r="r" b="b"/>
              <a:pathLst>
                <a:path w="30405" h="38398" extrusionOk="0">
                  <a:moveTo>
                    <a:pt x="3605" y="1"/>
                  </a:moveTo>
                  <a:cubicBezTo>
                    <a:pt x="1620" y="1"/>
                    <a:pt x="0" y="1621"/>
                    <a:pt x="0" y="3619"/>
                  </a:cubicBezTo>
                  <a:lnTo>
                    <a:pt x="0" y="38398"/>
                  </a:lnTo>
                  <a:lnTo>
                    <a:pt x="30404" y="38398"/>
                  </a:lnTo>
                  <a:lnTo>
                    <a:pt x="30404" y="3619"/>
                  </a:lnTo>
                  <a:cubicBezTo>
                    <a:pt x="30404" y="1621"/>
                    <a:pt x="28784" y="1"/>
                    <a:pt x="26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6"/>
            <p:cNvSpPr/>
            <p:nvPr/>
          </p:nvSpPr>
          <p:spPr>
            <a:xfrm>
              <a:off x="283675" y="1921025"/>
              <a:ext cx="669000" cy="902225"/>
            </a:xfrm>
            <a:custGeom>
              <a:avLst/>
              <a:gdLst/>
              <a:ahLst/>
              <a:cxnLst/>
              <a:rect l="l" t="t" r="r" b="b"/>
              <a:pathLst>
                <a:path w="26760" h="36089" extrusionOk="0">
                  <a:moveTo>
                    <a:pt x="3173" y="1"/>
                  </a:moveTo>
                  <a:cubicBezTo>
                    <a:pt x="1418" y="1"/>
                    <a:pt x="1" y="1418"/>
                    <a:pt x="1" y="3173"/>
                  </a:cubicBezTo>
                  <a:lnTo>
                    <a:pt x="1" y="36089"/>
                  </a:lnTo>
                  <a:lnTo>
                    <a:pt x="26760" y="36089"/>
                  </a:lnTo>
                  <a:lnTo>
                    <a:pt x="26760" y="3173"/>
                  </a:lnTo>
                  <a:cubicBezTo>
                    <a:pt x="26760" y="1418"/>
                    <a:pt x="25329" y="1"/>
                    <a:pt x="23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6"/>
            <p:cNvSpPr/>
            <p:nvPr/>
          </p:nvSpPr>
          <p:spPr>
            <a:xfrm>
              <a:off x="238125" y="2823225"/>
              <a:ext cx="760125" cy="244050"/>
            </a:xfrm>
            <a:custGeom>
              <a:avLst/>
              <a:gdLst/>
              <a:ahLst/>
              <a:cxnLst/>
              <a:rect l="l" t="t" r="r" b="b"/>
              <a:pathLst>
                <a:path w="30405" h="9762" extrusionOk="0">
                  <a:moveTo>
                    <a:pt x="0" y="1"/>
                  </a:moveTo>
                  <a:lnTo>
                    <a:pt x="1472" y="9762"/>
                  </a:lnTo>
                  <a:lnTo>
                    <a:pt x="28933" y="9762"/>
                  </a:lnTo>
                  <a:lnTo>
                    <a:pt x="30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6"/>
            <p:cNvSpPr/>
            <p:nvPr/>
          </p:nvSpPr>
          <p:spPr>
            <a:xfrm>
              <a:off x="283675" y="2823225"/>
              <a:ext cx="669000" cy="244050"/>
            </a:xfrm>
            <a:custGeom>
              <a:avLst/>
              <a:gdLst/>
              <a:ahLst/>
              <a:cxnLst/>
              <a:rect l="l" t="t" r="r" b="b"/>
              <a:pathLst>
                <a:path w="26760" h="9762" extrusionOk="0">
                  <a:moveTo>
                    <a:pt x="1" y="1"/>
                  </a:moveTo>
                  <a:lnTo>
                    <a:pt x="1189" y="9762"/>
                  </a:lnTo>
                  <a:lnTo>
                    <a:pt x="25572" y="9762"/>
                  </a:lnTo>
                  <a:lnTo>
                    <a:pt x="267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6"/>
            <p:cNvSpPr/>
            <p:nvPr/>
          </p:nvSpPr>
          <p:spPr>
            <a:xfrm>
              <a:off x="274900" y="3067250"/>
              <a:ext cx="686550" cy="999100"/>
            </a:xfrm>
            <a:custGeom>
              <a:avLst/>
              <a:gdLst/>
              <a:ahLst/>
              <a:cxnLst/>
              <a:rect l="l" t="t" r="r" b="b"/>
              <a:pathLst>
                <a:path w="27462" h="39964" extrusionOk="0">
                  <a:moveTo>
                    <a:pt x="1" y="1"/>
                  </a:moveTo>
                  <a:lnTo>
                    <a:pt x="1" y="39964"/>
                  </a:lnTo>
                  <a:lnTo>
                    <a:pt x="27462" y="39964"/>
                  </a:lnTo>
                  <a:lnTo>
                    <a:pt x="274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6"/>
            <p:cNvSpPr/>
            <p:nvPr/>
          </p:nvSpPr>
          <p:spPr>
            <a:xfrm>
              <a:off x="274900" y="4066325"/>
              <a:ext cx="686550" cy="418900"/>
            </a:xfrm>
            <a:custGeom>
              <a:avLst/>
              <a:gdLst/>
              <a:ahLst/>
              <a:cxnLst/>
              <a:rect l="l" t="t" r="r" b="b"/>
              <a:pathLst>
                <a:path w="27462" h="16756" extrusionOk="0">
                  <a:moveTo>
                    <a:pt x="1" y="1"/>
                  </a:moveTo>
                  <a:lnTo>
                    <a:pt x="1958" y="10815"/>
                  </a:lnTo>
                  <a:lnTo>
                    <a:pt x="1958" y="14460"/>
                  </a:lnTo>
                  <a:cubicBezTo>
                    <a:pt x="1958" y="15729"/>
                    <a:pt x="2984" y="16755"/>
                    <a:pt x="4253" y="16755"/>
                  </a:cubicBezTo>
                  <a:lnTo>
                    <a:pt x="23209" y="16755"/>
                  </a:lnTo>
                  <a:cubicBezTo>
                    <a:pt x="24465" y="16755"/>
                    <a:pt x="25491" y="15729"/>
                    <a:pt x="25491" y="14460"/>
                  </a:cubicBezTo>
                  <a:lnTo>
                    <a:pt x="25491" y="10815"/>
                  </a:lnTo>
                  <a:lnTo>
                    <a:pt x="274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6"/>
            <p:cNvSpPr/>
            <p:nvPr/>
          </p:nvSpPr>
          <p:spPr>
            <a:xfrm>
              <a:off x="699175" y="1737075"/>
              <a:ext cx="147175" cy="126250"/>
            </a:xfrm>
            <a:custGeom>
              <a:avLst/>
              <a:gdLst/>
              <a:ahLst/>
              <a:cxnLst/>
              <a:rect l="l" t="t" r="r" b="b"/>
              <a:pathLst>
                <a:path w="5887" h="5050" extrusionOk="0">
                  <a:moveTo>
                    <a:pt x="0" y="1"/>
                  </a:moveTo>
                  <a:lnTo>
                    <a:pt x="0" y="5050"/>
                  </a:lnTo>
                  <a:lnTo>
                    <a:pt x="5887" y="5050"/>
                  </a:lnTo>
                  <a:lnTo>
                    <a:pt x="5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6"/>
            <p:cNvSpPr/>
            <p:nvPr/>
          </p:nvSpPr>
          <p:spPr>
            <a:xfrm>
              <a:off x="729550" y="1215275"/>
              <a:ext cx="86425" cy="521825"/>
            </a:xfrm>
            <a:custGeom>
              <a:avLst/>
              <a:gdLst/>
              <a:ahLst/>
              <a:cxnLst/>
              <a:rect l="l" t="t" r="r" b="b"/>
              <a:pathLst>
                <a:path w="3457" h="20873" extrusionOk="0">
                  <a:moveTo>
                    <a:pt x="1729" y="0"/>
                  </a:moveTo>
                  <a:cubicBezTo>
                    <a:pt x="1081" y="0"/>
                    <a:pt x="554" y="513"/>
                    <a:pt x="541" y="1148"/>
                  </a:cubicBezTo>
                  <a:lnTo>
                    <a:pt x="1" y="20873"/>
                  </a:lnTo>
                  <a:lnTo>
                    <a:pt x="3457" y="20873"/>
                  </a:lnTo>
                  <a:lnTo>
                    <a:pt x="2903" y="1148"/>
                  </a:lnTo>
                  <a:cubicBezTo>
                    <a:pt x="2890" y="513"/>
                    <a:pt x="2363" y="0"/>
                    <a:pt x="172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6"/>
            <p:cNvSpPr/>
            <p:nvPr/>
          </p:nvSpPr>
          <p:spPr>
            <a:xfrm>
              <a:off x="313375" y="3067250"/>
              <a:ext cx="609600" cy="999100"/>
            </a:xfrm>
            <a:custGeom>
              <a:avLst/>
              <a:gdLst/>
              <a:ahLst/>
              <a:cxnLst/>
              <a:rect l="l" t="t" r="r" b="b"/>
              <a:pathLst>
                <a:path w="24384" h="39964" extrusionOk="0">
                  <a:moveTo>
                    <a:pt x="1" y="1"/>
                  </a:moveTo>
                  <a:lnTo>
                    <a:pt x="1" y="39964"/>
                  </a:lnTo>
                  <a:lnTo>
                    <a:pt x="24384" y="39964"/>
                  </a:lnTo>
                  <a:lnTo>
                    <a:pt x="24384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6"/>
            <p:cNvSpPr/>
            <p:nvPr/>
          </p:nvSpPr>
          <p:spPr>
            <a:xfrm>
              <a:off x="313375" y="4066325"/>
              <a:ext cx="609600" cy="351400"/>
            </a:xfrm>
            <a:custGeom>
              <a:avLst/>
              <a:gdLst/>
              <a:ahLst/>
              <a:cxnLst/>
              <a:rect l="l" t="t" r="r" b="b"/>
              <a:pathLst>
                <a:path w="24384" h="14056" extrusionOk="0">
                  <a:moveTo>
                    <a:pt x="1" y="1"/>
                  </a:moveTo>
                  <a:lnTo>
                    <a:pt x="2282" y="14055"/>
                  </a:lnTo>
                  <a:lnTo>
                    <a:pt x="22413" y="14055"/>
                  </a:lnTo>
                  <a:lnTo>
                    <a:pt x="24384" y="1"/>
                  </a:lnTo>
                  <a:close/>
                </a:path>
              </a:pathLst>
            </a:custGeom>
            <a:solidFill>
              <a:srgbClr val="444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6"/>
            <p:cNvSpPr/>
            <p:nvPr/>
          </p:nvSpPr>
          <p:spPr>
            <a:xfrm>
              <a:off x="386275" y="2059400"/>
              <a:ext cx="463800" cy="611300"/>
            </a:xfrm>
            <a:custGeom>
              <a:avLst/>
              <a:gdLst/>
              <a:ahLst/>
              <a:cxnLst/>
              <a:rect l="l" t="t" r="r" b="b"/>
              <a:pathLst>
                <a:path w="18552" h="24452" extrusionOk="0">
                  <a:moveTo>
                    <a:pt x="2269" y="1"/>
                  </a:moveTo>
                  <a:cubicBezTo>
                    <a:pt x="1014" y="1"/>
                    <a:pt x="1" y="1000"/>
                    <a:pt x="1" y="2256"/>
                  </a:cubicBezTo>
                  <a:lnTo>
                    <a:pt x="1" y="22183"/>
                  </a:lnTo>
                  <a:cubicBezTo>
                    <a:pt x="1" y="23439"/>
                    <a:pt x="1014" y="24451"/>
                    <a:pt x="2269" y="24451"/>
                  </a:cubicBezTo>
                  <a:lnTo>
                    <a:pt x="16283" y="24451"/>
                  </a:lnTo>
                  <a:cubicBezTo>
                    <a:pt x="17539" y="24451"/>
                    <a:pt x="18551" y="23439"/>
                    <a:pt x="18551" y="22183"/>
                  </a:cubicBezTo>
                  <a:lnTo>
                    <a:pt x="18551" y="2256"/>
                  </a:lnTo>
                  <a:cubicBezTo>
                    <a:pt x="18551" y="1000"/>
                    <a:pt x="17539" y="1"/>
                    <a:pt x="16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6"/>
            <p:cNvSpPr/>
            <p:nvPr/>
          </p:nvSpPr>
          <p:spPr>
            <a:xfrm>
              <a:off x="5729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rgbClr val="3329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6"/>
            <p:cNvSpPr/>
            <p:nvPr/>
          </p:nvSpPr>
          <p:spPr>
            <a:xfrm>
              <a:off x="4470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594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6"/>
            <p:cNvSpPr/>
            <p:nvPr/>
          </p:nvSpPr>
          <p:spPr>
            <a:xfrm>
              <a:off x="5729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6"/>
            <p:cNvSpPr/>
            <p:nvPr/>
          </p:nvSpPr>
          <p:spPr>
            <a:xfrm>
              <a:off x="699175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10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3" y="2706"/>
                    <a:pt x="1794" y="2706"/>
                  </a:cubicBezTo>
                  <a:cubicBezTo>
                    <a:pt x="2490" y="2706"/>
                    <a:pt x="3160" y="2164"/>
                    <a:pt x="3160" y="1350"/>
                  </a:cubicBezTo>
                  <a:cubicBezTo>
                    <a:pt x="3160" y="608"/>
                    <a:pt x="2552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6"/>
            <p:cNvSpPr/>
            <p:nvPr/>
          </p:nvSpPr>
          <p:spPr>
            <a:xfrm>
              <a:off x="447050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594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6"/>
            <p:cNvSpPr/>
            <p:nvPr/>
          </p:nvSpPr>
          <p:spPr>
            <a:xfrm>
              <a:off x="572950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6"/>
            <p:cNvSpPr/>
            <p:nvPr/>
          </p:nvSpPr>
          <p:spPr>
            <a:xfrm>
              <a:off x="699175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10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3" y="2706"/>
                    <a:pt x="1794" y="2706"/>
                  </a:cubicBezTo>
                  <a:cubicBezTo>
                    <a:pt x="2490" y="2706"/>
                    <a:pt x="3160" y="2164"/>
                    <a:pt x="3160" y="1350"/>
                  </a:cubicBezTo>
                  <a:cubicBezTo>
                    <a:pt x="3160" y="608"/>
                    <a:pt x="2552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6"/>
            <p:cNvSpPr/>
            <p:nvPr/>
          </p:nvSpPr>
          <p:spPr>
            <a:xfrm>
              <a:off x="447050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09" y="1"/>
                  </a:moveTo>
                  <a:cubicBezTo>
                    <a:pt x="594" y="1"/>
                    <a:pt x="0" y="1459"/>
                    <a:pt x="851" y="2310"/>
                  </a:cubicBezTo>
                  <a:cubicBezTo>
                    <a:pt x="1125" y="2584"/>
                    <a:pt x="1462" y="2707"/>
                    <a:pt x="1794" y="2707"/>
                  </a:cubicBezTo>
                  <a:cubicBezTo>
                    <a:pt x="2490" y="2707"/>
                    <a:pt x="3159" y="2165"/>
                    <a:pt x="3159" y="1351"/>
                  </a:cubicBezTo>
                  <a:cubicBezTo>
                    <a:pt x="3159" y="609"/>
                    <a:pt x="2552" y="1"/>
                    <a:pt x="1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6"/>
            <p:cNvSpPr/>
            <p:nvPr/>
          </p:nvSpPr>
          <p:spPr>
            <a:xfrm>
              <a:off x="572950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09" y="1"/>
                  </a:moveTo>
                  <a:cubicBezTo>
                    <a:pt x="608" y="1"/>
                    <a:pt x="0" y="1459"/>
                    <a:pt x="851" y="2310"/>
                  </a:cubicBezTo>
                  <a:cubicBezTo>
                    <a:pt x="1125" y="2584"/>
                    <a:pt x="1462" y="2707"/>
                    <a:pt x="1794" y="2707"/>
                  </a:cubicBezTo>
                  <a:cubicBezTo>
                    <a:pt x="2490" y="2707"/>
                    <a:pt x="3159" y="2165"/>
                    <a:pt x="3159" y="1351"/>
                  </a:cubicBezTo>
                  <a:cubicBezTo>
                    <a:pt x="3159" y="609"/>
                    <a:pt x="2552" y="1"/>
                    <a:pt x="1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6"/>
            <p:cNvSpPr/>
            <p:nvPr/>
          </p:nvSpPr>
          <p:spPr>
            <a:xfrm>
              <a:off x="699175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10" y="1"/>
                  </a:moveTo>
                  <a:cubicBezTo>
                    <a:pt x="608" y="1"/>
                    <a:pt x="0" y="1459"/>
                    <a:pt x="851" y="2310"/>
                  </a:cubicBezTo>
                  <a:cubicBezTo>
                    <a:pt x="1125" y="2584"/>
                    <a:pt x="1463" y="2707"/>
                    <a:pt x="1794" y="2707"/>
                  </a:cubicBezTo>
                  <a:cubicBezTo>
                    <a:pt x="2490" y="2707"/>
                    <a:pt x="3160" y="2165"/>
                    <a:pt x="3160" y="1351"/>
                  </a:cubicBezTo>
                  <a:cubicBezTo>
                    <a:pt x="3160" y="609"/>
                    <a:pt x="2552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6"/>
            <p:cNvSpPr/>
            <p:nvPr/>
          </p:nvSpPr>
          <p:spPr>
            <a:xfrm>
              <a:off x="394725" y="2866775"/>
              <a:ext cx="443200" cy="143125"/>
            </a:xfrm>
            <a:custGeom>
              <a:avLst/>
              <a:gdLst/>
              <a:ahLst/>
              <a:cxnLst/>
              <a:rect l="l" t="t" r="r" b="b"/>
              <a:pathLst>
                <a:path w="17728" h="5725" extrusionOk="0">
                  <a:moveTo>
                    <a:pt x="1837" y="0"/>
                  </a:moveTo>
                  <a:cubicBezTo>
                    <a:pt x="824" y="0"/>
                    <a:pt x="0" y="824"/>
                    <a:pt x="0" y="1836"/>
                  </a:cubicBezTo>
                  <a:lnTo>
                    <a:pt x="0" y="3889"/>
                  </a:lnTo>
                  <a:cubicBezTo>
                    <a:pt x="0" y="4901"/>
                    <a:pt x="824" y="5725"/>
                    <a:pt x="1837" y="5725"/>
                  </a:cubicBezTo>
                  <a:lnTo>
                    <a:pt x="15891" y="5725"/>
                  </a:lnTo>
                  <a:cubicBezTo>
                    <a:pt x="16917" y="5725"/>
                    <a:pt x="17727" y="4901"/>
                    <a:pt x="17727" y="3889"/>
                  </a:cubicBezTo>
                  <a:lnTo>
                    <a:pt x="17727" y="1836"/>
                  </a:lnTo>
                  <a:cubicBezTo>
                    <a:pt x="17727" y="824"/>
                    <a:pt x="16917" y="0"/>
                    <a:pt x="15891" y="0"/>
                  </a:cubicBezTo>
                  <a:close/>
                </a:path>
              </a:pathLst>
            </a:custGeom>
            <a:solidFill>
              <a:srgbClr val="E2AA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6"/>
            <p:cNvSpPr/>
            <p:nvPr/>
          </p:nvSpPr>
          <p:spPr>
            <a:xfrm>
              <a:off x="488900" y="2903225"/>
              <a:ext cx="48275" cy="80350"/>
            </a:xfrm>
            <a:custGeom>
              <a:avLst/>
              <a:gdLst/>
              <a:ahLst/>
              <a:cxnLst/>
              <a:rect l="l" t="t" r="r" b="b"/>
              <a:pathLst>
                <a:path w="1931" h="3214" extrusionOk="0">
                  <a:moveTo>
                    <a:pt x="864" y="0"/>
                  </a:moveTo>
                  <a:cubicBezTo>
                    <a:pt x="635" y="135"/>
                    <a:pt x="378" y="216"/>
                    <a:pt x="122" y="257"/>
                  </a:cubicBezTo>
                  <a:lnTo>
                    <a:pt x="122" y="621"/>
                  </a:lnTo>
                  <a:lnTo>
                    <a:pt x="716" y="621"/>
                  </a:lnTo>
                  <a:lnTo>
                    <a:pt x="716" y="2741"/>
                  </a:lnTo>
                  <a:lnTo>
                    <a:pt x="0" y="2741"/>
                  </a:lnTo>
                  <a:lnTo>
                    <a:pt x="0" y="3214"/>
                  </a:lnTo>
                  <a:lnTo>
                    <a:pt x="1931" y="3214"/>
                  </a:lnTo>
                  <a:lnTo>
                    <a:pt x="1931" y="2741"/>
                  </a:lnTo>
                  <a:lnTo>
                    <a:pt x="1296" y="2741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6"/>
            <p:cNvSpPr/>
            <p:nvPr/>
          </p:nvSpPr>
          <p:spPr>
            <a:xfrm>
              <a:off x="548300" y="2901525"/>
              <a:ext cx="54700" cy="82050"/>
            </a:xfrm>
            <a:custGeom>
              <a:avLst/>
              <a:gdLst/>
              <a:ahLst/>
              <a:cxnLst/>
              <a:rect l="l" t="t" r="r" b="b"/>
              <a:pathLst>
                <a:path w="2188" h="3282" extrusionOk="0">
                  <a:moveTo>
                    <a:pt x="1027" y="1"/>
                  </a:moveTo>
                  <a:cubicBezTo>
                    <a:pt x="622" y="1"/>
                    <a:pt x="243" y="190"/>
                    <a:pt x="0" y="500"/>
                  </a:cubicBezTo>
                  <a:lnTo>
                    <a:pt x="325" y="824"/>
                  </a:lnTo>
                  <a:cubicBezTo>
                    <a:pt x="473" y="622"/>
                    <a:pt x="703" y="487"/>
                    <a:pt x="946" y="473"/>
                  </a:cubicBezTo>
                  <a:cubicBezTo>
                    <a:pt x="961" y="472"/>
                    <a:pt x="976" y="471"/>
                    <a:pt x="990" y="471"/>
                  </a:cubicBezTo>
                  <a:cubicBezTo>
                    <a:pt x="1280" y="471"/>
                    <a:pt x="1511" y="719"/>
                    <a:pt x="1486" y="1027"/>
                  </a:cubicBezTo>
                  <a:cubicBezTo>
                    <a:pt x="1486" y="1513"/>
                    <a:pt x="919" y="2080"/>
                    <a:pt x="27" y="2944"/>
                  </a:cubicBezTo>
                  <a:lnTo>
                    <a:pt x="27" y="3282"/>
                  </a:lnTo>
                  <a:lnTo>
                    <a:pt x="2188" y="3282"/>
                  </a:lnTo>
                  <a:lnTo>
                    <a:pt x="2188" y="2782"/>
                  </a:lnTo>
                  <a:lnTo>
                    <a:pt x="1405" y="2782"/>
                  </a:lnTo>
                  <a:cubicBezTo>
                    <a:pt x="1256" y="2782"/>
                    <a:pt x="1040" y="2796"/>
                    <a:pt x="865" y="2823"/>
                  </a:cubicBezTo>
                  <a:cubicBezTo>
                    <a:pt x="1513" y="2148"/>
                    <a:pt x="2039" y="1580"/>
                    <a:pt x="2039" y="986"/>
                  </a:cubicBezTo>
                  <a:cubicBezTo>
                    <a:pt x="2039" y="392"/>
                    <a:pt x="1634" y="1"/>
                    <a:pt x="1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6"/>
            <p:cNvSpPr/>
            <p:nvPr/>
          </p:nvSpPr>
          <p:spPr>
            <a:xfrm>
              <a:off x="611750" y="2901525"/>
              <a:ext cx="55725" cy="83425"/>
            </a:xfrm>
            <a:custGeom>
              <a:avLst/>
              <a:gdLst/>
              <a:ahLst/>
              <a:cxnLst/>
              <a:rect l="l" t="t" r="r" b="b"/>
              <a:pathLst>
                <a:path w="2229" h="3337" extrusionOk="0">
                  <a:moveTo>
                    <a:pt x="1081" y="1"/>
                  </a:moveTo>
                  <a:cubicBezTo>
                    <a:pt x="716" y="14"/>
                    <a:pt x="365" y="163"/>
                    <a:pt x="109" y="406"/>
                  </a:cubicBezTo>
                  <a:lnTo>
                    <a:pt x="419" y="770"/>
                  </a:lnTo>
                  <a:cubicBezTo>
                    <a:pt x="581" y="595"/>
                    <a:pt x="811" y="473"/>
                    <a:pt x="1054" y="473"/>
                  </a:cubicBezTo>
                  <a:cubicBezTo>
                    <a:pt x="1364" y="473"/>
                    <a:pt x="1526" y="635"/>
                    <a:pt x="1526" y="905"/>
                  </a:cubicBezTo>
                  <a:cubicBezTo>
                    <a:pt x="1526" y="1189"/>
                    <a:pt x="1324" y="1405"/>
                    <a:pt x="689" y="1405"/>
                  </a:cubicBezTo>
                  <a:lnTo>
                    <a:pt x="689" y="1837"/>
                  </a:lnTo>
                  <a:cubicBezTo>
                    <a:pt x="1432" y="1837"/>
                    <a:pt x="1634" y="2040"/>
                    <a:pt x="1634" y="2377"/>
                  </a:cubicBezTo>
                  <a:cubicBezTo>
                    <a:pt x="1634" y="2688"/>
                    <a:pt x="1391" y="2863"/>
                    <a:pt x="1040" y="2863"/>
                  </a:cubicBezTo>
                  <a:cubicBezTo>
                    <a:pt x="757" y="2850"/>
                    <a:pt x="473" y="2728"/>
                    <a:pt x="284" y="2512"/>
                  </a:cubicBezTo>
                  <a:lnTo>
                    <a:pt x="1" y="2890"/>
                  </a:lnTo>
                  <a:cubicBezTo>
                    <a:pt x="273" y="3176"/>
                    <a:pt x="658" y="3336"/>
                    <a:pt x="1047" y="3336"/>
                  </a:cubicBezTo>
                  <a:cubicBezTo>
                    <a:pt x="1063" y="3336"/>
                    <a:pt x="1079" y="3336"/>
                    <a:pt x="1094" y="3336"/>
                  </a:cubicBezTo>
                  <a:cubicBezTo>
                    <a:pt x="1715" y="3336"/>
                    <a:pt x="2228" y="2998"/>
                    <a:pt x="2228" y="2404"/>
                  </a:cubicBezTo>
                  <a:cubicBezTo>
                    <a:pt x="2228" y="2013"/>
                    <a:pt x="1945" y="1675"/>
                    <a:pt x="1553" y="1607"/>
                  </a:cubicBezTo>
                  <a:lnTo>
                    <a:pt x="1553" y="1594"/>
                  </a:lnTo>
                  <a:cubicBezTo>
                    <a:pt x="1904" y="1445"/>
                    <a:pt x="2107" y="1202"/>
                    <a:pt x="2107" y="851"/>
                  </a:cubicBezTo>
                  <a:cubicBezTo>
                    <a:pt x="2107" y="311"/>
                    <a:pt x="1688" y="1"/>
                    <a:pt x="10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6"/>
            <p:cNvSpPr/>
            <p:nvPr/>
          </p:nvSpPr>
          <p:spPr>
            <a:xfrm>
              <a:off x="676225" y="2903225"/>
              <a:ext cx="59100" cy="80025"/>
            </a:xfrm>
            <a:custGeom>
              <a:avLst/>
              <a:gdLst/>
              <a:ahLst/>
              <a:cxnLst/>
              <a:rect l="l" t="t" r="r" b="b"/>
              <a:pathLst>
                <a:path w="2364" h="3201" extrusionOk="0">
                  <a:moveTo>
                    <a:pt x="1431" y="527"/>
                  </a:moveTo>
                  <a:cubicBezTo>
                    <a:pt x="1431" y="729"/>
                    <a:pt x="1418" y="1026"/>
                    <a:pt x="1418" y="1202"/>
                  </a:cubicBezTo>
                  <a:lnTo>
                    <a:pt x="1418" y="1931"/>
                  </a:lnTo>
                  <a:lnTo>
                    <a:pt x="567" y="1931"/>
                  </a:lnTo>
                  <a:lnTo>
                    <a:pt x="1148" y="1040"/>
                  </a:lnTo>
                  <a:cubicBezTo>
                    <a:pt x="1242" y="864"/>
                    <a:pt x="1337" y="702"/>
                    <a:pt x="1418" y="527"/>
                  </a:cubicBezTo>
                  <a:close/>
                  <a:moveTo>
                    <a:pt x="1269" y="0"/>
                  </a:moveTo>
                  <a:lnTo>
                    <a:pt x="0" y="1985"/>
                  </a:lnTo>
                  <a:lnTo>
                    <a:pt x="0" y="2377"/>
                  </a:lnTo>
                  <a:lnTo>
                    <a:pt x="1418" y="2377"/>
                  </a:lnTo>
                  <a:lnTo>
                    <a:pt x="1418" y="3200"/>
                  </a:lnTo>
                  <a:lnTo>
                    <a:pt x="1958" y="3200"/>
                  </a:lnTo>
                  <a:lnTo>
                    <a:pt x="1958" y="2377"/>
                  </a:lnTo>
                  <a:lnTo>
                    <a:pt x="2363" y="2377"/>
                  </a:lnTo>
                  <a:lnTo>
                    <a:pt x="2363" y="1931"/>
                  </a:lnTo>
                  <a:lnTo>
                    <a:pt x="1958" y="1931"/>
                  </a:lnTo>
                  <a:lnTo>
                    <a:pt x="19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6"/>
            <p:cNvSpPr/>
            <p:nvPr/>
          </p:nvSpPr>
          <p:spPr>
            <a:xfrm>
              <a:off x="371425" y="31425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59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69"/>
                    <a:pt x="4902" y="3929"/>
                  </a:cubicBezTo>
                  <a:lnTo>
                    <a:pt x="4902" y="959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6"/>
            <p:cNvSpPr/>
            <p:nvPr/>
          </p:nvSpPr>
          <p:spPr>
            <a:xfrm>
              <a:off x="557075" y="3142525"/>
              <a:ext cx="122200" cy="122200"/>
            </a:xfrm>
            <a:custGeom>
              <a:avLst/>
              <a:gdLst/>
              <a:ahLst/>
              <a:cxnLst/>
              <a:rect l="l" t="t" r="r" b="b"/>
              <a:pathLst>
                <a:path w="4888" h="4888" extrusionOk="0">
                  <a:moveTo>
                    <a:pt x="959" y="1"/>
                  </a:moveTo>
                  <a:cubicBezTo>
                    <a:pt x="419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69"/>
                    <a:pt x="4888" y="3929"/>
                  </a:cubicBezTo>
                  <a:lnTo>
                    <a:pt x="4888" y="959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6"/>
            <p:cNvSpPr/>
            <p:nvPr/>
          </p:nvSpPr>
          <p:spPr>
            <a:xfrm>
              <a:off x="742375" y="31425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73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69"/>
                    <a:pt x="4901" y="3929"/>
                  </a:cubicBezTo>
                  <a:lnTo>
                    <a:pt x="4901" y="959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6"/>
            <p:cNvSpPr/>
            <p:nvPr/>
          </p:nvSpPr>
          <p:spPr>
            <a:xfrm>
              <a:off x="371425" y="33366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59" y="1"/>
                  </a:moveTo>
                  <a:cubicBezTo>
                    <a:pt x="433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33" y="4901"/>
                    <a:pt x="959" y="4901"/>
                  </a:cubicBezTo>
                  <a:lnTo>
                    <a:pt x="3930" y="4901"/>
                  </a:lnTo>
                  <a:cubicBezTo>
                    <a:pt x="4470" y="4901"/>
                    <a:pt x="4902" y="4469"/>
                    <a:pt x="4902" y="3943"/>
                  </a:cubicBezTo>
                  <a:lnTo>
                    <a:pt x="4902" y="973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6"/>
            <p:cNvSpPr/>
            <p:nvPr/>
          </p:nvSpPr>
          <p:spPr>
            <a:xfrm>
              <a:off x="557075" y="3336600"/>
              <a:ext cx="122200" cy="122550"/>
            </a:xfrm>
            <a:custGeom>
              <a:avLst/>
              <a:gdLst/>
              <a:ahLst/>
              <a:cxnLst/>
              <a:rect l="l" t="t" r="r" b="b"/>
              <a:pathLst>
                <a:path w="4888" h="4902" extrusionOk="0">
                  <a:moveTo>
                    <a:pt x="959" y="1"/>
                  </a:moveTo>
                  <a:cubicBezTo>
                    <a:pt x="419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19" y="4901"/>
                    <a:pt x="959" y="4901"/>
                  </a:cubicBezTo>
                  <a:lnTo>
                    <a:pt x="3929" y="4901"/>
                  </a:lnTo>
                  <a:cubicBezTo>
                    <a:pt x="4456" y="4901"/>
                    <a:pt x="4888" y="4469"/>
                    <a:pt x="4888" y="3943"/>
                  </a:cubicBezTo>
                  <a:lnTo>
                    <a:pt x="4888" y="973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6"/>
            <p:cNvSpPr/>
            <p:nvPr/>
          </p:nvSpPr>
          <p:spPr>
            <a:xfrm>
              <a:off x="742375" y="33366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73" y="1"/>
                  </a:moveTo>
                  <a:cubicBezTo>
                    <a:pt x="433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33" y="4901"/>
                    <a:pt x="973" y="4901"/>
                  </a:cubicBezTo>
                  <a:lnTo>
                    <a:pt x="3929" y="4901"/>
                  </a:lnTo>
                  <a:cubicBezTo>
                    <a:pt x="4469" y="4901"/>
                    <a:pt x="4901" y="4469"/>
                    <a:pt x="4901" y="3943"/>
                  </a:cubicBezTo>
                  <a:lnTo>
                    <a:pt x="4901" y="973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6"/>
            <p:cNvSpPr/>
            <p:nvPr/>
          </p:nvSpPr>
          <p:spPr>
            <a:xfrm>
              <a:off x="371425" y="35310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59" y="0"/>
                  </a:moveTo>
                  <a:cubicBezTo>
                    <a:pt x="433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69"/>
                    <a:pt x="4902" y="3929"/>
                  </a:cubicBezTo>
                  <a:lnTo>
                    <a:pt x="4902" y="959"/>
                  </a:lnTo>
                  <a:cubicBezTo>
                    <a:pt x="4902" y="432"/>
                    <a:pt x="4470" y="0"/>
                    <a:pt x="3930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6"/>
            <p:cNvSpPr/>
            <p:nvPr/>
          </p:nvSpPr>
          <p:spPr>
            <a:xfrm>
              <a:off x="557075" y="3531025"/>
              <a:ext cx="122200" cy="122200"/>
            </a:xfrm>
            <a:custGeom>
              <a:avLst/>
              <a:gdLst/>
              <a:ahLst/>
              <a:cxnLst/>
              <a:rect l="l" t="t" r="r" b="b"/>
              <a:pathLst>
                <a:path w="4888" h="4888" extrusionOk="0">
                  <a:moveTo>
                    <a:pt x="959" y="0"/>
                  </a:moveTo>
                  <a:cubicBezTo>
                    <a:pt x="419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69"/>
                    <a:pt x="4888" y="3929"/>
                  </a:cubicBezTo>
                  <a:lnTo>
                    <a:pt x="4888" y="959"/>
                  </a:lnTo>
                  <a:cubicBezTo>
                    <a:pt x="4888" y="432"/>
                    <a:pt x="4456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6"/>
            <p:cNvSpPr/>
            <p:nvPr/>
          </p:nvSpPr>
          <p:spPr>
            <a:xfrm>
              <a:off x="742375" y="35310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73" y="0"/>
                  </a:moveTo>
                  <a:cubicBezTo>
                    <a:pt x="433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69"/>
                    <a:pt x="4901" y="3929"/>
                  </a:cubicBezTo>
                  <a:lnTo>
                    <a:pt x="4901" y="959"/>
                  </a:lnTo>
                  <a:cubicBezTo>
                    <a:pt x="4901" y="432"/>
                    <a:pt x="4469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6"/>
            <p:cNvSpPr/>
            <p:nvPr/>
          </p:nvSpPr>
          <p:spPr>
            <a:xfrm>
              <a:off x="371425" y="37251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59" y="0"/>
                  </a:moveTo>
                  <a:cubicBezTo>
                    <a:pt x="433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33" y="4901"/>
                    <a:pt x="959" y="4901"/>
                  </a:cubicBezTo>
                  <a:lnTo>
                    <a:pt x="3930" y="4901"/>
                  </a:lnTo>
                  <a:cubicBezTo>
                    <a:pt x="4470" y="4901"/>
                    <a:pt x="4902" y="4469"/>
                    <a:pt x="4902" y="3929"/>
                  </a:cubicBezTo>
                  <a:lnTo>
                    <a:pt x="4902" y="972"/>
                  </a:lnTo>
                  <a:cubicBezTo>
                    <a:pt x="4902" y="432"/>
                    <a:pt x="4470" y="0"/>
                    <a:pt x="3930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6"/>
            <p:cNvSpPr/>
            <p:nvPr/>
          </p:nvSpPr>
          <p:spPr>
            <a:xfrm>
              <a:off x="557075" y="3725100"/>
              <a:ext cx="122200" cy="122550"/>
            </a:xfrm>
            <a:custGeom>
              <a:avLst/>
              <a:gdLst/>
              <a:ahLst/>
              <a:cxnLst/>
              <a:rect l="l" t="t" r="r" b="b"/>
              <a:pathLst>
                <a:path w="4888" h="4902" extrusionOk="0">
                  <a:moveTo>
                    <a:pt x="959" y="0"/>
                  </a:moveTo>
                  <a:cubicBezTo>
                    <a:pt x="419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19" y="4901"/>
                    <a:pt x="959" y="4901"/>
                  </a:cubicBezTo>
                  <a:lnTo>
                    <a:pt x="3929" y="4901"/>
                  </a:lnTo>
                  <a:cubicBezTo>
                    <a:pt x="4456" y="4901"/>
                    <a:pt x="4888" y="4469"/>
                    <a:pt x="4888" y="3929"/>
                  </a:cubicBezTo>
                  <a:lnTo>
                    <a:pt x="4888" y="972"/>
                  </a:lnTo>
                  <a:cubicBezTo>
                    <a:pt x="4888" y="432"/>
                    <a:pt x="4456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6"/>
            <p:cNvSpPr/>
            <p:nvPr/>
          </p:nvSpPr>
          <p:spPr>
            <a:xfrm>
              <a:off x="742375" y="37251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73" y="0"/>
                  </a:moveTo>
                  <a:cubicBezTo>
                    <a:pt x="433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33" y="4901"/>
                    <a:pt x="973" y="4901"/>
                  </a:cubicBezTo>
                  <a:lnTo>
                    <a:pt x="3929" y="4901"/>
                  </a:lnTo>
                  <a:cubicBezTo>
                    <a:pt x="4469" y="4901"/>
                    <a:pt x="4901" y="4469"/>
                    <a:pt x="4901" y="3929"/>
                  </a:cubicBezTo>
                  <a:lnTo>
                    <a:pt x="4901" y="972"/>
                  </a:lnTo>
                  <a:cubicBezTo>
                    <a:pt x="4901" y="432"/>
                    <a:pt x="4469" y="0"/>
                    <a:pt x="39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6"/>
            <p:cNvSpPr/>
            <p:nvPr/>
          </p:nvSpPr>
          <p:spPr>
            <a:xfrm>
              <a:off x="371425" y="3919500"/>
              <a:ext cx="122550" cy="122225"/>
            </a:xfrm>
            <a:custGeom>
              <a:avLst/>
              <a:gdLst/>
              <a:ahLst/>
              <a:cxnLst/>
              <a:rect l="l" t="t" r="r" b="b"/>
              <a:pathLst>
                <a:path w="4902" h="4889" extrusionOk="0">
                  <a:moveTo>
                    <a:pt x="959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56"/>
                    <a:pt x="4902" y="3930"/>
                  </a:cubicBezTo>
                  <a:lnTo>
                    <a:pt x="4902" y="959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6"/>
            <p:cNvSpPr/>
            <p:nvPr/>
          </p:nvSpPr>
          <p:spPr>
            <a:xfrm>
              <a:off x="557075" y="3919500"/>
              <a:ext cx="122200" cy="122225"/>
            </a:xfrm>
            <a:custGeom>
              <a:avLst/>
              <a:gdLst/>
              <a:ahLst/>
              <a:cxnLst/>
              <a:rect l="l" t="t" r="r" b="b"/>
              <a:pathLst>
                <a:path w="4888" h="4889" extrusionOk="0">
                  <a:moveTo>
                    <a:pt x="959" y="1"/>
                  </a:moveTo>
                  <a:cubicBezTo>
                    <a:pt x="419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56"/>
                    <a:pt x="4888" y="3930"/>
                  </a:cubicBezTo>
                  <a:lnTo>
                    <a:pt x="4888" y="959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6"/>
            <p:cNvSpPr/>
            <p:nvPr/>
          </p:nvSpPr>
          <p:spPr>
            <a:xfrm>
              <a:off x="742375" y="3919500"/>
              <a:ext cx="122550" cy="122225"/>
            </a:xfrm>
            <a:custGeom>
              <a:avLst/>
              <a:gdLst/>
              <a:ahLst/>
              <a:cxnLst/>
              <a:rect l="l" t="t" r="r" b="b"/>
              <a:pathLst>
                <a:path w="4902" h="4889" extrusionOk="0">
                  <a:moveTo>
                    <a:pt x="973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56"/>
                    <a:pt x="4901" y="3930"/>
                  </a:cubicBezTo>
                  <a:lnTo>
                    <a:pt x="4901" y="959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6"/>
            <p:cNvSpPr/>
            <p:nvPr/>
          </p:nvSpPr>
          <p:spPr>
            <a:xfrm>
              <a:off x="510825" y="4275600"/>
              <a:ext cx="214375" cy="60775"/>
            </a:xfrm>
            <a:custGeom>
              <a:avLst/>
              <a:gdLst/>
              <a:ahLst/>
              <a:cxnLst/>
              <a:rect l="l" t="t" r="r" b="b"/>
              <a:pathLst>
                <a:path w="8575" h="2431" extrusionOk="0">
                  <a:moveTo>
                    <a:pt x="1216" y="0"/>
                  </a:moveTo>
                  <a:cubicBezTo>
                    <a:pt x="541" y="0"/>
                    <a:pt x="1" y="540"/>
                    <a:pt x="1" y="1215"/>
                  </a:cubicBezTo>
                  <a:cubicBezTo>
                    <a:pt x="1" y="1877"/>
                    <a:pt x="541" y="2417"/>
                    <a:pt x="1216" y="2431"/>
                  </a:cubicBezTo>
                  <a:lnTo>
                    <a:pt x="7372" y="2431"/>
                  </a:lnTo>
                  <a:cubicBezTo>
                    <a:pt x="8034" y="2431"/>
                    <a:pt x="8574" y="1877"/>
                    <a:pt x="8574" y="1215"/>
                  </a:cubicBezTo>
                  <a:cubicBezTo>
                    <a:pt x="8574" y="540"/>
                    <a:pt x="8034" y="0"/>
                    <a:pt x="7372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1" name="Google Shape;701;p46"/>
          <p:cNvGrpSpPr/>
          <p:nvPr/>
        </p:nvGrpSpPr>
        <p:grpSpPr>
          <a:xfrm rot="1239711">
            <a:off x="8255658" y="3679501"/>
            <a:ext cx="691060" cy="1386765"/>
            <a:chOff x="6025000" y="1549275"/>
            <a:chExt cx="1516200" cy="2796900"/>
          </a:xfrm>
        </p:grpSpPr>
        <p:sp>
          <p:nvSpPr>
            <p:cNvPr id="702" name="Google Shape;702;p46"/>
            <p:cNvSpPr/>
            <p:nvPr/>
          </p:nvSpPr>
          <p:spPr>
            <a:xfrm>
              <a:off x="6151250" y="1549275"/>
              <a:ext cx="1282625" cy="2796900"/>
            </a:xfrm>
            <a:custGeom>
              <a:avLst/>
              <a:gdLst/>
              <a:ahLst/>
              <a:cxnLst/>
              <a:rect l="l" t="t" r="r" b="b"/>
              <a:pathLst>
                <a:path w="51305" h="111876" extrusionOk="0">
                  <a:moveTo>
                    <a:pt x="25532" y="1"/>
                  </a:moveTo>
                  <a:cubicBezTo>
                    <a:pt x="16665" y="1"/>
                    <a:pt x="7827" y="1300"/>
                    <a:pt x="5522" y="3935"/>
                  </a:cubicBezTo>
                  <a:cubicBezTo>
                    <a:pt x="1998" y="7972"/>
                    <a:pt x="0" y="77583"/>
                    <a:pt x="5522" y="106326"/>
                  </a:cubicBezTo>
                  <a:cubicBezTo>
                    <a:pt x="5522" y="106326"/>
                    <a:pt x="5657" y="111470"/>
                    <a:pt x="14082" y="111875"/>
                  </a:cubicBezTo>
                  <a:lnTo>
                    <a:pt x="37223" y="111875"/>
                  </a:lnTo>
                  <a:cubicBezTo>
                    <a:pt x="45661" y="111484"/>
                    <a:pt x="45782" y="106326"/>
                    <a:pt x="45782" y="106326"/>
                  </a:cubicBezTo>
                  <a:cubicBezTo>
                    <a:pt x="51304" y="77583"/>
                    <a:pt x="49347" y="7931"/>
                    <a:pt x="45782" y="3935"/>
                  </a:cubicBezTo>
                  <a:cubicBezTo>
                    <a:pt x="43456" y="1324"/>
                    <a:pt x="34479" y="1"/>
                    <a:pt x="255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6"/>
            <p:cNvSpPr/>
            <p:nvPr/>
          </p:nvSpPr>
          <p:spPr>
            <a:xfrm>
              <a:off x="6298825" y="3389475"/>
              <a:ext cx="248700" cy="124325"/>
            </a:xfrm>
            <a:custGeom>
              <a:avLst/>
              <a:gdLst/>
              <a:ahLst/>
              <a:cxnLst/>
              <a:rect l="l" t="t" r="r" b="b"/>
              <a:pathLst>
                <a:path w="9948" h="4973" extrusionOk="0">
                  <a:moveTo>
                    <a:pt x="3198" y="1"/>
                  </a:moveTo>
                  <a:cubicBezTo>
                    <a:pt x="2247" y="1"/>
                    <a:pt x="1515" y="338"/>
                    <a:pt x="1158" y="1166"/>
                  </a:cubicBezTo>
                  <a:cubicBezTo>
                    <a:pt x="1" y="3890"/>
                    <a:pt x="4358" y="4972"/>
                    <a:pt x="7209" y="4972"/>
                  </a:cubicBezTo>
                  <a:cubicBezTo>
                    <a:pt x="8415" y="4972"/>
                    <a:pt x="9352" y="4779"/>
                    <a:pt x="9488" y="4434"/>
                  </a:cubicBezTo>
                  <a:cubicBezTo>
                    <a:pt x="9947" y="3259"/>
                    <a:pt x="8449" y="1598"/>
                    <a:pt x="6154" y="694"/>
                  </a:cubicBezTo>
                  <a:cubicBezTo>
                    <a:pt x="5066" y="268"/>
                    <a:pt x="4045" y="1"/>
                    <a:pt x="31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6"/>
            <p:cNvSpPr/>
            <p:nvPr/>
          </p:nvSpPr>
          <p:spPr>
            <a:xfrm>
              <a:off x="6315725" y="3587225"/>
              <a:ext cx="248675" cy="124025"/>
            </a:xfrm>
            <a:custGeom>
              <a:avLst/>
              <a:gdLst/>
              <a:ahLst/>
              <a:cxnLst/>
              <a:rect l="l" t="t" r="r" b="b"/>
              <a:pathLst>
                <a:path w="9947" h="4961" extrusionOk="0">
                  <a:moveTo>
                    <a:pt x="3204" y="0"/>
                  </a:moveTo>
                  <a:cubicBezTo>
                    <a:pt x="2250" y="0"/>
                    <a:pt x="1515" y="337"/>
                    <a:pt x="1157" y="1168"/>
                  </a:cubicBezTo>
                  <a:cubicBezTo>
                    <a:pt x="0" y="3881"/>
                    <a:pt x="4354" y="4961"/>
                    <a:pt x="7205" y="4961"/>
                  </a:cubicBezTo>
                  <a:cubicBezTo>
                    <a:pt x="8413" y="4961"/>
                    <a:pt x="9351" y="4767"/>
                    <a:pt x="9487" y="4422"/>
                  </a:cubicBezTo>
                  <a:cubicBezTo>
                    <a:pt x="9946" y="3261"/>
                    <a:pt x="8448" y="1586"/>
                    <a:pt x="6139" y="682"/>
                  </a:cubicBezTo>
                  <a:cubicBezTo>
                    <a:pt x="5062" y="264"/>
                    <a:pt x="4047" y="0"/>
                    <a:pt x="32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6"/>
            <p:cNvSpPr/>
            <p:nvPr/>
          </p:nvSpPr>
          <p:spPr>
            <a:xfrm>
              <a:off x="6332550" y="3784725"/>
              <a:ext cx="248375" cy="124250"/>
            </a:xfrm>
            <a:custGeom>
              <a:avLst/>
              <a:gdLst/>
              <a:ahLst/>
              <a:cxnLst/>
              <a:rect l="l" t="t" r="r" b="b"/>
              <a:pathLst>
                <a:path w="9935" h="4970" extrusionOk="0">
                  <a:moveTo>
                    <a:pt x="3197" y="0"/>
                  </a:moveTo>
                  <a:cubicBezTo>
                    <a:pt x="2248" y="0"/>
                    <a:pt x="1516" y="337"/>
                    <a:pt x="1159" y="1166"/>
                  </a:cubicBezTo>
                  <a:cubicBezTo>
                    <a:pt x="0" y="3884"/>
                    <a:pt x="4372" y="4969"/>
                    <a:pt x="7223" y="4969"/>
                  </a:cubicBezTo>
                  <a:cubicBezTo>
                    <a:pt x="8423" y="4969"/>
                    <a:pt x="9353" y="4777"/>
                    <a:pt x="9489" y="4433"/>
                  </a:cubicBezTo>
                  <a:cubicBezTo>
                    <a:pt x="9935" y="3259"/>
                    <a:pt x="8436" y="1598"/>
                    <a:pt x="6141" y="693"/>
                  </a:cubicBezTo>
                  <a:cubicBezTo>
                    <a:pt x="5060" y="267"/>
                    <a:pt x="4042" y="0"/>
                    <a:pt x="31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6"/>
            <p:cNvSpPr/>
            <p:nvPr/>
          </p:nvSpPr>
          <p:spPr>
            <a:xfrm>
              <a:off x="6349475" y="3982450"/>
              <a:ext cx="248350" cy="124050"/>
            </a:xfrm>
            <a:custGeom>
              <a:avLst/>
              <a:gdLst/>
              <a:ahLst/>
              <a:cxnLst/>
              <a:rect l="l" t="t" r="r" b="b"/>
              <a:pathLst>
                <a:path w="9934" h="4962" extrusionOk="0">
                  <a:moveTo>
                    <a:pt x="3199" y="1"/>
                  </a:moveTo>
                  <a:cubicBezTo>
                    <a:pt x="2243" y="1"/>
                    <a:pt x="1508" y="338"/>
                    <a:pt x="1157" y="1169"/>
                  </a:cubicBezTo>
                  <a:cubicBezTo>
                    <a:pt x="0" y="3881"/>
                    <a:pt x="4354" y="4961"/>
                    <a:pt x="7201" y="4961"/>
                  </a:cubicBezTo>
                  <a:cubicBezTo>
                    <a:pt x="8406" y="4961"/>
                    <a:pt x="9341" y="4768"/>
                    <a:pt x="9474" y="4422"/>
                  </a:cubicBezTo>
                  <a:cubicBezTo>
                    <a:pt x="9933" y="3261"/>
                    <a:pt x="8434" y="1587"/>
                    <a:pt x="6139" y="683"/>
                  </a:cubicBezTo>
                  <a:cubicBezTo>
                    <a:pt x="5062" y="264"/>
                    <a:pt x="4044" y="1"/>
                    <a:pt x="31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6"/>
            <p:cNvSpPr/>
            <p:nvPr/>
          </p:nvSpPr>
          <p:spPr>
            <a:xfrm>
              <a:off x="7026100" y="3389475"/>
              <a:ext cx="248375" cy="124325"/>
            </a:xfrm>
            <a:custGeom>
              <a:avLst/>
              <a:gdLst/>
              <a:ahLst/>
              <a:cxnLst/>
              <a:rect l="l" t="t" r="r" b="b"/>
              <a:pathLst>
                <a:path w="9935" h="4973" extrusionOk="0">
                  <a:moveTo>
                    <a:pt x="6739" y="1"/>
                  </a:moveTo>
                  <a:cubicBezTo>
                    <a:pt x="5894" y="1"/>
                    <a:pt x="4876" y="268"/>
                    <a:pt x="3795" y="694"/>
                  </a:cubicBezTo>
                  <a:cubicBezTo>
                    <a:pt x="1500" y="1598"/>
                    <a:pt x="1" y="3259"/>
                    <a:pt x="460" y="4434"/>
                  </a:cubicBezTo>
                  <a:cubicBezTo>
                    <a:pt x="592" y="4779"/>
                    <a:pt x="1526" y="4972"/>
                    <a:pt x="2730" y="4972"/>
                  </a:cubicBezTo>
                  <a:cubicBezTo>
                    <a:pt x="5577" y="4972"/>
                    <a:pt x="9934" y="3890"/>
                    <a:pt x="8777" y="1166"/>
                  </a:cubicBezTo>
                  <a:cubicBezTo>
                    <a:pt x="8419" y="338"/>
                    <a:pt x="7688" y="1"/>
                    <a:pt x="67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6"/>
            <p:cNvSpPr/>
            <p:nvPr/>
          </p:nvSpPr>
          <p:spPr>
            <a:xfrm>
              <a:off x="7009225" y="3587225"/>
              <a:ext cx="248600" cy="124025"/>
            </a:xfrm>
            <a:custGeom>
              <a:avLst/>
              <a:gdLst/>
              <a:ahLst/>
              <a:cxnLst/>
              <a:rect l="l" t="t" r="r" b="b"/>
              <a:pathLst>
                <a:path w="9944" h="4961" extrusionOk="0">
                  <a:moveTo>
                    <a:pt x="6730" y="0"/>
                  </a:moveTo>
                  <a:cubicBezTo>
                    <a:pt x="5887" y="0"/>
                    <a:pt x="4872" y="264"/>
                    <a:pt x="3795" y="682"/>
                  </a:cubicBezTo>
                  <a:cubicBezTo>
                    <a:pt x="1499" y="1586"/>
                    <a:pt x="1" y="3261"/>
                    <a:pt x="460" y="4422"/>
                  </a:cubicBezTo>
                  <a:cubicBezTo>
                    <a:pt x="592" y="4767"/>
                    <a:pt x="1529" y="4961"/>
                    <a:pt x="2736" y="4961"/>
                  </a:cubicBezTo>
                  <a:cubicBezTo>
                    <a:pt x="5586" y="4961"/>
                    <a:pt x="9943" y="3881"/>
                    <a:pt x="8777" y="1168"/>
                  </a:cubicBezTo>
                  <a:cubicBezTo>
                    <a:pt x="8418" y="337"/>
                    <a:pt x="7684" y="0"/>
                    <a:pt x="67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6"/>
            <p:cNvSpPr/>
            <p:nvPr/>
          </p:nvSpPr>
          <p:spPr>
            <a:xfrm>
              <a:off x="6992350" y="3784725"/>
              <a:ext cx="248750" cy="124250"/>
            </a:xfrm>
            <a:custGeom>
              <a:avLst/>
              <a:gdLst/>
              <a:ahLst/>
              <a:cxnLst/>
              <a:rect l="l" t="t" r="r" b="b"/>
              <a:pathLst>
                <a:path w="9950" h="4970" extrusionOk="0">
                  <a:moveTo>
                    <a:pt x="6750" y="0"/>
                  </a:moveTo>
                  <a:cubicBezTo>
                    <a:pt x="5903" y="0"/>
                    <a:pt x="4882" y="267"/>
                    <a:pt x="3795" y="693"/>
                  </a:cubicBezTo>
                  <a:cubicBezTo>
                    <a:pt x="1499" y="1598"/>
                    <a:pt x="1" y="3259"/>
                    <a:pt x="460" y="4433"/>
                  </a:cubicBezTo>
                  <a:cubicBezTo>
                    <a:pt x="596" y="4777"/>
                    <a:pt x="1526" y="4969"/>
                    <a:pt x="2726" y="4969"/>
                  </a:cubicBezTo>
                  <a:cubicBezTo>
                    <a:pt x="5578" y="4969"/>
                    <a:pt x="9949" y="3884"/>
                    <a:pt x="8790" y="1166"/>
                  </a:cubicBezTo>
                  <a:cubicBezTo>
                    <a:pt x="8433" y="337"/>
                    <a:pt x="7702" y="0"/>
                    <a:pt x="6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6"/>
            <p:cNvSpPr/>
            <p:nvPr/>
          </p:nvSpPr>
          <p:spPr>
            <a:xfrm>
              <a:off x="6975475" y="3982450"/>
              <a:ext cx="248700" cy="124050"/>
            </a:xfrm>
            <a:custGeom>
              <a:avLst/>
              <a:gdLst/>
              <a:ahLst/>
              <a:cxnLst/>
              <a:rect l="l" t="t" r="r" b="b"/>
              <a:pathLst>
                <a:path w="9948" h="4962" extrusionOk="0">
                  <a:moveTo>
                    <a:pt x="6742" y="1"/>
                  </a:moveTo>
                  <a:cubicBezTo>
                    <a:pt x="5896" y="1"/>
                    <a:pt x="4878" y="264"/>
                    <a:pt x="3795" y="683"/>
                  </a:cubicBezTo>
                  <a:cubicBezTo>
                    <a:pt x="1499" y="1587"/>
                    <a:pt x="1" y="3261"/>
                    <a:pt x="460" y="4422"/>
                  </a:cubicBezTo>
                  <a:cubicBezTo>
                    <a:pt x="596" y="4768"/>
                    <a:pt x="1535" y="4961"/>
                    <a:pt x="2742" y="4961"/>
                  </a:cubicBezTo>
                  <a:cubicBezTo>
                    <a:pt x="5594" y="4961"/>
                    <a:pt x="9947" y="3881"/>
                    <a:pt x="8790" y="1169"/>
                  </a:cubicBezTo>
                  <a:cubicBezTo>
                    <a:pt x="8432" y="338"/>
                    <a:pt x="7697" y="1"/>
                    <a:pt x="67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6"/>
            <p:cNvSpPr/>
            <p:nvPr/>
          </p:nvSpPr>
          <p:spPr>
            <a:xfrm>
              <a:off x="6669350" y="3454400"/>
              <a:ext cx="224475" cy="118825"/>
            </a:xfrm>
            <a:custGeom>
              <a:avLst/>
              <a:gdLst/>
              <a:ahLst/>
              <a:cxnLst/>
              <a:rect l="l" t="t" r="r" b="b"/>
              <a:pathLst>
                <a:path w="8979" h="4753" extrusionOk="0">
                  <a:moveTo>
                    <a:pt x="4483" y="0"/>
                  </a:moveTo>
                  <a:cubicBezTo>
                    <a:pt x="2012" y="0"/>
                    <a:pt x="0" y="176"/>
                    <a:pt x="0" y="1661"/>
                  </a:cubicBezTo>
                  <a:cubicBezTo>
                    <a:pt x="0" y="3160"/>
                    <a:pt x="2012" y="4753"/>
                    <a:pt x="4483" y="4753"/>
                  </a:cubicBezTo>
                  <a:cubicBezTo>
                    <a:pt x="6967" y="4753"/>
                    <a:pt x="8978" y="3160"/>
                    <a:pt x="8978" y="1661"/>
                  </a:cubicBezTo>
                  <a:cubicBezTo>
                    <a:pt x="8978" y="176"/>
                    <a:pt x="6967" y="0"/>
                    <a:pt x="44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6"/>
            <p:cNvSpPr/>
            <p:nvPr/>
          </p:nvSpPr>
          <p:spPr>
            <a:xfrm>
              <a:off x="6669350" y="3649150"/>
              <a:ext cx="224475" cy="118825"/>
            </a:xfrm>
            <a:custGeom>
              <a:avLst/>
              <a:gdLst/>
              <a:ahLst/>
              <a:cxnLst/>
              <a:rect l="l" t="t" r="r" b="b"/>
              <a:pathLst>
                <a:path w="8979" h="4753" extrusionOk="0">
                  <a:moveTo>
                    <a:pt x="4483" y="1"/>
                  </a:moveTo>
                  <a:cubicBezTo>
                    <a:pt x="2012" y="1"/>
                    <a:pt x="0" y="176"/>
                    <a:pt x="0" y="1675"/>
                  </a:cubicBezTo>
                  <a:cubicBezTo>
                    <a:pt x="0" y="3173"/>
                    <a:pt x="2012" y="4753"/>
                    <a:pt x="4483" y="4753"/>
                  </a:cubicBezTo>
                  <a:cubicBezTo>
                    <a:pt x="6967" y="4753"/>
                    <a:pt x="8978" y="3173"/>
                    <a:pt x="8978" y="1675"/>
                  </a:cubicBezTo>
                  <a:cubicBezTo>
                    <a:pt x="8978" y="176"/>
                    <a:pt x="6967" y="1"/>
                    <a:pt x="44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6"/>
            <p:cNvSpPr/>
            <p:nvPr/>
          </p:nvSpPr>
          <p:spPr>
            <a:xfrm>
              <a:off x="6669350" y="3844250"/>
              <a:ext cx="224475" cy="118825"/>
            </a:xfrm>
            <a:custGeom>
              <a:avLst/>
              <a:gdLst/>
              <a:ahLst/>
              <a:cxnLst/>
              <a:rect l="l" t="t" r="r" b="b"/>
              <a:pathLst>
                <a:path w="8979" h="4753" extrusionOk="0">
                  <a:moveTo>
                    <a:pt x="4483" y="0"/>
                  </a:moveTo>
                  <a:cubicBezTo>
                    <a:pt x="2012" y="0"/>
                    <a:pt x="0" y="176"/>
                    <a:pt x="0" y="1674"/>
                  </a:cubicBezTo>
                  <a:cubicBezTo>
                    <a:pt x="0" y="3159"/>
                    <a:pt x="2012" y="4752"/>
                    <a:pt x="4483" y="4752"/>
                  </a:cubicBezTo>
                  <a:cubicBezTo>
                    <a:pt x="6967" y="4752"/>
                    <a:pt x="8978" y="3159"/>
                    <a:pt x="8978" y="1674"/>
                  </a:cubicBezTo>
                  <a:cubicBezTo>
                    <a:pt x="8978" y="176"/>
                    <a:pt x="6967" y="0"/>
                    <a:pt x="44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6"/>
            <p:cNvSpPr/>
            <p:nvPr/>
          </p:nvSpPr>
          <p:spPr>
            <a:xfrm>
              <a:off x="6669350" y="4039000"/>
              <a:ext cx="224475" cy="118825"/>
            </a:xfrm>
            <a:custGeom>
              <a:avLst/>
              <a:gdLst/>
              <a:ahLst/>
              <a:cxnLst/>
              <a:rect l="l" t="t" r="r" b="b"/>
              <a:pathLst>
                <a:path w="8979" h="4753" extrusionOk="0">
                  <a:moveTo>
                    <a:pt x="4483" y="0"/>
                  </a:moveTo>
                  <a:cubicBezTo>
                    <a:pt x="2012" y="0"/>
                    <a:pt x="0" y="176"/>
                    <a:pt x="0" y="1674"/>
                  </a:cubicBezTo>
                  <a:cubicBezTo>
                    <a:pt x="0" y="3173"/>
                    <a:pt x="2012" y="4753"/>
                    <a:pt x="4483" y="4753"/>
                  </a:cubicBezTo>
                  <a:cubicBezTo>
                    <a:pt x="6967" y="4753"/>
                    <a:pt x="8978" y="3173"/>
                    <a:pt x="8978" y="1674"/>
                  </a:cubicBezTo>
                  <a:cubicBezTo>
                    <a:pt x="8978" y="176"/>
                    <a:pt x="6967" y="0"/>
                    <a:pt x="44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6"/>
            <p:cNvSpPr/>
            <p:nvPr/>
          </p:nvSpPr>
          <p:spPr>
            <a:xfrm>
              <a:off x="6025000" y="1584525"/>
              <a:ext cx="1516200" cy="1786900"/>
            </a:xfrm>
            <a:custGeom>
              <a:avLst/>
              <a:gdLst/>
              <a:ahLst/>
              <a:cxnLst/>
              <a:rect l="l" t="t" r="r" b="b"/>
              <a:pathLst>
                <a:path w="60648" h="71476" extrusionOk="0">
                  <a:moveTo>
                    <a:pt x="30716" y="0"/>
                  </a:moveTo>
                  <a:cubicBezTo>
                    <a:pt x="25437" y="0"/>
                    <a:pt x="19793" y="1067"/>
                    <a:pt x="16229" y="1890"/>
                  </a:cubicBezTo>
                  <a:cubicBezTo>
                    <a:pt x="13974" y="2403"/>
                    <a:pt x="12192" y="4158"/>
                    <a:pt x="11639" y="6413"/>
                  </a:cubicBezTo>
                  <a:cubicBezTo>
                    <a:pt x="8479" y="19279"/>
                    <a:pt x="1" y="62726"/>
                    <a:pt x="26854" y="71002"/>
                  </a:cubicBezTo>
                  <a:cubicBezTo>
                    <a:pt x="27919" y="71313"/>
                    <a:pt x="29008" y="71475"/>
                    <a:pt x="30111" y="71475"/>
                  </a:cubicBezTo>
                  <a:cubicBezTo>
                    <a:pt x="30155" y="71475"/>
                    <a:pt x="30199" y="71475"/>
                    <a:pt x="30243" y="71474"/>
                  </a:cubicBezTo>
                  <a:lnTo>
                    <a:pt x="30270" y="71474"/>
                  </a:lnTo>
                  <a:cubicBezTo>
                    <a:pt x="30314" y="71475"/>
                    <a:pt x="30359" y="71475"/>
                    <a:pt x="30403" y="71475"/>
                  </a:cubicBezTo>
                  <a:cubicBezTo>
                    <a:pt x="31506" y="71475"/>
                    <a:pt x="32607" y="71313"/>
                    <a:pt x="33659" y="71002"/>
                  </a:cubicBezTo>
                  <a:cubicBezTo>
                    <a:pt x="60648" y="62685"/>
                    <a:pt x="51953" y="18888"/>
                    <a:pt x="48834" y="6238"/>
                  </a:cubicBezTo>
                  <a:cubicBezTo>
                    <a:pt x="48294" y="4037"/>
                    <a:pt x="46579" y="2322"/>
                    <a:pt x="44379" y="1769"/>
                  </a:cubicBezTo>
                  <a:cubicBezTo>
                    <a:pt x="39910" y="621"/>
                    <a:pt x="35320" y="27"/>
                    <a:pt x="30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6"/>
            <p:cNvSpPr/>
            <p:nvPr/>
          </p:nvSpPr>
          <p:spPr>
            <a:xfrm>
              <a:off x="6109400" y="1606800"/>
              <a:ext cx="1340325" cy="1489175"/>
            </a:xfrm>
            <a:custGeom>
              <a:avLst/>
              <a:gdLst/>
              <a:ahLst/>
              <a:cxnLst/>
              <a:rect l="l" t="t" r="r" b="b"/>
              <a:pathLst>
                <a:path w="53613" h="59567" extrusionOk="0">
                  <a:moveTo>
                    <a:pt x="27110" y="0"/>
                  </a:moveTo>
                  <a:cubicBezTo>
                    <a:pt x="22452" y="0"/>
                    <a:pt x="17470" y="932"/>
                    <a:pt x="14311" y="1647"/>
                  </a:cubicBezTo>
                  <a:cubicBezTo>
                    <a:pt x="12313" y="2093"/>
                    <a:pt x="10747" y="3618"/>
                    <a:pt x="10234" y="5603"/>
                  </a:cubicBezTo>
                  <a:cubicBezTo>
                    <a:pt x="7453" y="16782"/>
                    <a:pt x="0" y="51560"/>
                    <a:pt x="23370" y="59040"/>
                  </a:cubicBezTo>
                  <a:cubicBezTo>
                    <a:pt x="24464" y="59391"/>
                    <a:pt x="25585" y="59566"/>
                    <a:pt x="26719" y="59566"/>
                  </a:cubicBezTo>
                  <a:cubicBezTo>
                    <a:pt x="27745" y="59566"/>
                    <a:pt x="28744" y="59431"/>
                    <a:pt x="29729" y="59134"/>
                  </a:cubicBezTo>
                  <a:cubicBezTo>
                    <a:pt x="53613" y="51884"/>
                    <a:pt x="45917" y="16485"/>
                    <a:pt x="43149" y="5441"/>
                  </a:cubicBezTo>
                  <a:cubicBezTo>
                    <a:pt x="42663" y="3524"/>
                    <a:pt x="41151" y="2025"/>
                    <a:pt x="39221" y="1553"/>
                  </a:cubicBezTo>
                  <a:cubicBezTo>
                    <a:pt x="35265" y="554"/>
                    <a:pt x="31201" y="27"/>
                    <a:pt x="271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6"/>
            <p:cNvSpPr/>
            <p:nvPr/>
          </p:nvSpPr>
          <p:spPr>
            <a:xfrm>
              <a:off x="6113429" y="1637534"/>
              <a:ext cx="1340325" cy="1489175"/>
            </a:xfrm>
            <a:custGeom>
              <a:avLst/>
              <a:gdLst/>
              <a:ahLst/>
              <a:cxnLst/>
              <a:rect l="l" t="t" r="r" b="b"/>
              <a:pathLst>
                <a:path w="53613" h="59567" extrusionOk="0">
                  <a:moveTo>
                    <a:pt x="27110" y="0"/>
                  </a:moveTo>
                  <a:cubicBezTo>
                    <a:pt x="22452" y="0"/>
                    <a:pt x="17470" y="932"/>
                    <a:pt x="14311" y="1647"/>
                  </a:cubicBezTo>
                  <a:cubicBezTo>
                    <a:pt x="12313" y="2093"/>
                    <a:pt x="10747" y="3618"/>
                    <a:pt x="10234" y="5603"/>
                  </a:cubicBezTo>
                  <a:cubicBezTo>
                    <a:pt x="7453" y="16782"/>
                    <a:pt x="0" y="51560"/>
                    <a:pt x="23370" y="59040"/>
                  </a:cubicBezTo>
                  <a:cubicBezTo>
                    <a:pt x="24464" y="59391"/>
                    <a:pt x="25585" y="59566"/>
                    <a:pt x="26719" y="59566"/>
                  </a:cubicBezTo>
                  <a:cubicBezTo>
                    <a:pt x="27745" y="59566"/>
                    <a:pt x="28744" y="59431"/>
                    <a:pt x="29729" y="59134"/>
                  </a:cubicBezTo>
                  <a:cubicBezTo>
                    <a:pt x="53613" y="51884"/>
                    <a:pt x="45917" y="16485"/>
                    <a:pt x="43149" y="5441"/>
                  </a:cubicBezTo>
                  <a:cubicBezTo>
                    <a:pt x="42663" y="3524"/>
                    <a:pt x="41151" y="2025"/>
                    <a:pt x="39221" y="1553"/>
                  </a:cubicBezTo>
                  <a:cubicBezTo>
                    <a:pt x="35265" y="554"/>
                    <a:pt x="31201" y="27"/>
                    <a:pt x="271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6"/>
            <p:cNvSpPr/>
            <p:nvPr/>
          </p:nvSpPr>
          <p:spPr>
            <a:xfrm>
              <a:off x="6756775" y="1747200"/>
              <a:ext cx="40850" cy="40525"/>
            </a:xfrm>
            <a:custGeom>
              <a:avLst/>
              <a:gdLst/>
              <a:ahLst/>
              <a:cxnLst/>
              <a:rect l="l" t="t" r="r" b="b"/>
              <a:pathLst>
                <a:path w="1634" h="1621" extrusionOk="0">
                  <a:moveTo>
                    <a:pt x="824" y="1"/>
                  </a:moveTo>
                  <a:cubicBezTo>
                    <a:pt x="365" y="1"/>
                    <a:pt x="0" y="365"/>
                    <a:pt x="0" y="811"/>
                  </a:cubicBezTo>
                  <a:cubicBezTo>
                    <a:pt x="0" y="1256"/>
                    <a:pt x="365" y="1621"/>
                    <a:pt x="824" y="1621"/>
                  </a:cubicBezTo>
                  <a:cubicBezTo>
                    <a:pt x="1269" y="1621"/>
                    <a:pt x="1634" y="1256"/>
                    <a:pt x="1634" y="811"/>
                  </a:cubicBezTo>
                  <a:cubicBezTo>
                    <a:pt x="1634" y="365"/>
                    <a:pt x="1269" y="1"/>
                    <a:pt x="8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6"/>
            <p:cNvSpPr/>
            <p:nvPr/>
          </p:nvSpPr>
          <p:spPr>
            <a:xfrm>
              <a:off x="6756775" y="1834950"/>
              <a:ext cx="40850" cy="40875"/>
            </a:xfrm>
            <a:custGeom>
              <a:avLst/>
              <a:gdLst/>
              <a:ahLst/>
              <a:cxnLst/>
              <a:rect l="l" t="t" r="r" b="b"/>
              <a:pathLst>
                <a:path w="1634" h="1635" extrusionOk="0">
                  <a:moveTo>
                    <a:pt x="824" y="1"/>
                  </a:moveTo>
                  <a:cubicBezTo>
                    <a:pt x="365" y="1"/>
                    <a:pt x="0" y="365"/>
                    <a:pt x="0" y="824"/>
                  </a:cubicBezTo>
                  <a:cubicBezTo>
                    <a:pt x="0" y="1270"/>
                    <a:pt x="365" y="1634"/>
                    <a:pt x="824" y="1634"/>
                  </a:cubicBezTo>
                  <a:cubicBezTo>
                    <a:pt x="1269" y="1634"/>
                    <a:pt x="1634" y="1270"/>
                    <a:pt x="1634" y="824"/>
                  </a:cubicBezTo>
                  <a:cubicBezTo>
                    <a:pt x="1634" y="365"/>
                    <a:pt x="1269" y="1"/>
                    <a:pt x="8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6"/>
            <p:cNvSpPr/>
            <p:nvPr/>
          </p:nvSpPr>
          <p:spPr>
            <a:xfrm>
              <a:off x="6756775" y="1923050"/>
              <a:ext cx="40850" cy="40525"/>
            </a:xfrm>
            <a:custGeom>
              <a:avLst/>
              <a:gdLst/>
              <a:ahLst/>
              <a:cxnLst/>
              <a:rect l="l" t="t" r="r" b="b"/>
              <a:pathLst>
                <a:path w="1634" h="1621" extrusionOk="0">
                  <a:moveTo>
                    <a:pt x="824" y="1"/>
                  </a:moveTo>
                  <a:cubicBezTo>
                    <a:pt x="365" y="1"/>
                    <a:pt x="0" y="365"/>
                    <a:pt x="0" y="811"/>
                  </a:cubicBezTo>
                  <a:cubicBezTo>
                    <a:pt x="0" y="1256"/>
                    <a:pt x="365" y="1621"/>
                    <a:pt x="824" y="1621"/>
                  </a:cubicBezTo>
                  <a:cubicBezTo>
                    <a:pt x="1269" y="1621"/>
                    <a:pt x="1634" y="1256"/>
                    <a:pt x="1634" y="811"/>
                  </a:cubicBezTo>
                  <a:cubicBezTo>
                    <a:pt x="1634" y="365"/>
                    <a:pt x="1269" y="1"/>
                    <a:pt x="8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6"/>
            <p:cNvSpPr/>
            <p:nvPr/>
          </p:nvSpPr>
          <p:spPr>
            <a:xfrm>
              <a:off x="6376025" y="2179900"/>
              <a:ext cx="824600" cy="537375"/>
            </a:xfrm>
            <a:custGeom>
              <a:avLst/>
              <a:gdLst/>
              <a:ahLst/>
              <a:cxnLst/>
              <a:rect l="l" t="t" r="r" b="b"/>
              <a:pathLst>
                <a:path w="32984" h="21495" extrusionOk="0">
                  <a:moveTo>
                    <a:pt x="1351" y="1"/>
                  </a:moveTo>
                  <a:cubicBezTo>
                    <a:pt x="608" y="1"/>
                    <a:pt x="1" y="608"/>
                    <a:pt x="1" y="1351"/>
                  </a:cubicBezTo>
                  <a:lnTo>
                    <a:pt x="1" y="20144"/>
                  </a:lnTo>
                  <a:cubicBezTo>
                    <a:pt x="1" y="20887"/>
                    <a:pt x="608" y="21494"/>
                    <a:pt x="1351" y="21494"/>
                  </a:cubicBezTo>
                  <a:lnTo>
                    <a:pt x="31620" y="21494"/>
                  </a:lnTo>
                  <a:cubicBezTo>
                    <a:pt x="32376" y="21494"/>
                    <a:pt x="32984" y="20887"/>
                    <a:pt x="32984" y="20144"/>
                  </a:cubicBezTo>
                  <a:lnTo>
                    <a:pt x="32984" y="1351"/>
                  </a:lnTo>
                  <a:cubicBezTo>
                    <a:pt x="32984" y="608"/>
                    <a:pt x="32376" y="1"/>
                    <a:pt x="316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6"/>
            <p:cNvSpPr/>
            <p:nvPr/>
          </p:nvSpPr>
          <p:spPr>
            <a:xfrm>
              <a:off x="6378400" y="3082625"/>
              <a:ext cx="222125" cy="192075"/>
            </a:xfrm>
            <a:custGeom>
              <a:avLst/>
              <a:gdLst/>
              <a:ahLst/>
              <a:cxnLst/>
              <a:rect l="l" t="t" r="r" b="b"/>
              <a:pathLst>
                <a:path w="8885" h="7683" extrusionOk="0">
                  <a:moveTo>
                    <a:pt x="2207" y="1"/>
                  </a:moveTo>
                  <a:cubicBezTo>
                    <a:pt x="2098" y="1"/>
                    <a:pt x="1988" y="29"/>
                    <a:pt x="1890" y="88"/>
                  </a:cubicBezTo>
                  <a:lnTo>
                    <a:pt x="392" y="979"/>
                  </a:lnTo>
                  <a:cubicBezTo>
                    <a:pt x="95" y="1154"/>
                    <a:pt x="0" y="1533"/>
                    <a:pt x="149" y="1830"/>
                  </a:cubicBezTo>
                  <a:cubicBezTo>
                    <a:pt x="1283" y="4111"/>
                    <a:pt x="4442" y="6636"/>
                    <a:pt x="5644" y="7554"/>
                  </a:cubicBezTo>
                  <a:cubicBezTo>
                    <a:pt x="5759" y="7640"/>
                    <a:pt x="5894" y="7683"/>
                    <a:pt x="6028" y="7683"/>
                  </a:cubicBezTo>
                  <a:cubicBezTo>
                    <a:pt x="6207" y="7683"/>
                    <a:pt x="6384" y="7606"/>
                    <a:pt x="6508" y="7459"/>
                  </a:cubicBezTo>
                  <a:lnTo>
                    <a:pt x="8601" y="5016"/>
                  </a:lnTo>
                  <a:cubicBezTo>
                    <a:pt x="8884" y="4665"/>
                    <a:pt x="8722" y="4138"/>
                    <a:pt x="8290" y="4003"/>
                  </a:cubicBezTo>
                  <a:cubicBezTo>
                    <a:pt x="6062" y="3423"/>
                    <a:pt x="4091" y="2100"/>
                    <a:pt x="2714" y="263"/>
                  </a:cubicBezTo>
                  <a:cubicBezTo>
                    <a:pt x="2593" y="91"/>
                    <a:pt x="2401" y="1"/>
                    <a:pt x="22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6"/>
            <p:cNvSpPr/>
            <p:nvPr/>
          </p:nvSpPr>
          <p:spPr>
            <a:xfrm>
              <a:off x="6465475" y="3152900"/>
              <a:ext cx="38550" cy="66600"/>
            </a:xfrm>
            <a:custGeom>
              <a:avLst/>
              <a:gdLst/>
              <a:ahLst/>
              <a:cxnLst/>
              <a:rect l="l" t="t" r="r" b="b"/>
              <a:pathLst>
                <a:path w="1542" h="2664" extrusionOk="0">
                  <a:moveTo>
                    <a:pt x="1146" y="1"/>
                  </a:moveTo>
                  <a:cubicBezTo>
                    <a:pt x="1099" y="1"/>
                    <a:pt x="1050" y="14"/>
                    <a:pt x="1000" y="45"/>
                  </a:cubicBezTo>
                  <a:cubicBezTo>
                    <a:pt x="892" y="112"/>
                    <a:pt x="1" y="652"/>
                    <a:pt x="14" y="1422"/>
                  </a:cubicBezTo>
                  <a:cubicBezTo>
                    <a:pt x="28" y="1894"/>
                    <a:pt x="365" y="2299"/>
                    <a:pt x="1000" y="2637"/>
                  </a:cubicBezTo>
                  <a:cubicBezTo>
                    <a:pt x="1040" y="2650"/>
                    <a:pt x="1094" y="2664"/>
                    <a:pt x="1135" y="2664"/>
                  </a:cubicBezTo>
                  <a:cubicBezTo>
                    <a:pt x="1418" y="2664"/>
                    <a:pt x="1513" y="2272"/>
                    <a:pt x="1256" y="2151"/>
                  </a:cubicBezTo>
                  <a:cubicBezTo>
                    <a:pt x="946" y="1989"/>
                    <a:pt x="568" y="1719"/>
                    <a:pt x="568" y="1408"/>
                  </a:cubicBezTo>
                  <a:cubicBezTo>
                    <a:pt x="554" y="1030"/>
                    <a:pt x="1094" y="639"/>
                    <a:pt x="1270" y="517"/>
                  </a:cubicBezTo>
                  <a:cubicBezTo>
                    <a:pt x="1541" y="359"/>
                    <a:pt x="1386" y="1"/>
                    <a:pt x="11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6"/>
            <p:cNvSpPr/>
            <p:nvPr/>
          </p:nvSpPr>
          <p:spPr>
            <a:xfrm>
              <a:off x="6861050" y="3034275"/>
              <a:ext cx="355100" cy="325300"/>
            </a:xfrm>
            <a:custGeom>
              <a:avLst/>
              <a:gdLst/>
              <a:ahLst/>
              <a:cxnLst/>
              <a:rect l="l" t="t" r="r" b="b"/>
              <a:pathLst>
                <a:path w="14204" h="13012" extrusionOk="0">
                  <a:moveTo>
                    <a:pt x="11216" y="0"/>
                  </a:moveTo>
                  <a:cubicBezTo>
                    <a:pt x="10840" y="0"/>
                    <a:pt x="10468" y="144"/>
                    <a:pt x="10181" y="415"/>
                  </a:cubicBezTo>
                  <a:cubicBezTo>
                    <a:pt x="8642" y="1914"/>
                    <a:pt x="5050" y="5006"/>
                    <a:pt x="1256" y="5735"/>
                  </a:cubicBezTo>
                  <a:cubicBezTo>
                    <a:pt x="527" y="5856"/>
                    <a:pt x="1" y="6504"/>
                    <a:pt x="28" y="7247"/>
                  </a:cubicBezTo>
                  <a:lnTo>
                    <a:pt x="244" y="13012"/>
                  </a:lnTo>
                  <a:cubicBezTo>
                    <a:pt x="244" y="13012"/>
                    <a:pt x="9452" y="10676"/>
                    <a:pt x="14204" y="1549"/>
                  </a:cubicBezTo>
                  <a:lnTo>
                    <a:pt x="11976" y="213"/>
                  </a:lnTo>
                  <a:cubicBezTo>
                    <a:pt x="11739" y="69"/>
                    <a:pt x="11476" y="0"/>
                    <a:pt x="1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6"/>
            <p:cNvSpPr/>
            <p:nvPr/>
          </p:nvSpPr>
          <p:spPr>
            <a:xfrm>
              <a:off x="6554925" y="3004775"/>
              <a:ext cx="444875" cy="132725"/>
            </a:xfrm>
            <a:custGeom>
              <a:avLst/>
              <a:gdLst/>
              <a:ahLst/>
              <a:cxnLst/>
              <a:rect l="l" t="t" r="r" b="b"/>
              <a:pathLst>
                <a:path w="17795" h="5309" extrusionOk="0">
                  <a:moveTo>
                    <a:pt x="7063" y="0"/>
                  </a:moveTo>
                  <a:cubicBezTo>
                    <a:pt x="3029" y="0"/>
                    <a:pt x="0" y="83"/>
                    <a:pt x="0" y="1366"/>
                  </a:cubicBezTo>
                  <a:cubicBezTo>
                    <a:pt x="0" y="2837"/>
                    <a:pt x="3983" y="5308"/>
                    <a:pt x="8898" y="5308"/>
                  </a:cubicBezTo>
                  <a:cubicBezTo>
                    <a:pt x="13812" y="5308"/>
                    <a:pt x="17795" y="2837"/>
                    <a:pt x="17795" y="1366"/>
                  </a:cubicBezTo>
                  <a:cubicBezTo>
                    <a:pt x="17795" y="83"/>
                    <a:pt x="14766" y="0"/>
                    <a:pt x="10733" y="0"/>
                  </a:cubicBezTo>
                  <a:cubicBezTo>
                    <a:pt x="10140" y="0"/>
                    <a:pt x="9527" y="2"/>
                    <a:pt x="8898" y="2"/>
                  </a:cubicBezTo>
                  <a:cubicBezTo>
                    <a:pt x="8269" y="2"/>
                    <a:pt x="7655" y="0"/>
                    <a:pt x="70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6"/>
            <p:cNvSpPr/>
            <p:nvPr/>
          </p:nvSpPr>
          <p:spPr>
            <a:xfrm>
              <a:off x="6638975" y="3051725"/>
              <a:ext cx="276800" cy="20625"/>
            </a:xfrm>
            <a:custGeom>
              <a:avLst/>
              <a:gdLst/>
              <a:ahLst/>
              <a:cxnLst/>
              <a:rect l="l" t="t" r="r" b="b"/>
              <a:pathLst>
                <a:path w="11072" h="825" extrusionOk="0">
                  <a:moveTo>
                    <a:pt x="554" y="1"/>
                  </a:moveTo>
                  <a:cubicBezTo>
                    <a:pt x="0" y="1"/>
                    <a:pt x="0" y="824"/>
                    <a:pt x="554" y="824"/>
                  </a:cubicBezTo>
                  <a:lnTo>
                    <a:pt x="10518" y="824"/>
                  </a:lnTo>
                  <a:cubicBezTo>
                    <a:pt x="11071" y="824"/>
                    <a:pt x="11071" y="1"/>
                    <a:pt x="105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6"/>
            <p:cNvSpPr/>
            <p:nvPr/>
          </p:nvSpPr>
          <p:spPr>
            <a:xfrm>
              <a:off x="7086200" y="3093125"/>
              <a:ext cx="65150" cy="56175"/>
            </a:xfrm>
            <a:custGeom>
              <a:avLst/>
              <a:gdLst/>
              <a:ahLst/>
              <a:cxnLst/>
              <a:rect l="l" t="t" r="r" b="b"/>
              <a:pathLst>
                <a:path w="2606" h="2247" extrusionOk="0">
                  <a:moveTo>
                    <a:pt x="310" y="1"/>
                  </a:moveTo>
                  <a:cubicBezTo>
                    <a:pt x="171" y="1"/>
                    <a:pt x="51" y="93"/>
                    <a:pt x="27" y="248"/>
                  </a:cubicBezTo>
                  <a:cubicBezTo>
                    <a:pt x="0" y="397"/>
                    <a:pt x="95" y="545"/>
                    <a:pt x="257" y="586"/>
                  </a:cubicBezTo>
                  <a:lnTo>
                    <a:pt x="1539" y="815"/>
                  </a:lnTo>
                  <a:lnTo>
                    <a:pt x="1985" y="2044"/>
                  </a:lnTo>
                  <a:cubicBezTo>
                    <a:pt x="2025" y="2166"/>
                    <a:pt x="2147" y="2247"/>
                    <a:pt x="2268" y="2247"/>
                  </a:cubicBezTo>
                  <a:cubicBezTo>
                    <a:pt x="2309" y="2247"/>
                    <a:pt x="2336" y="2233"/>
                    <a:pt x="2376" y="2233"/>
                  </a:cubicBezTo>
                  <a:cubicBezTo>
                    <a:pt x="2525" y="2166"/>
                    <a:pt x="2606" y="2004"/>
                    <a:pt x="2552" y="1855"/>
                  </a:cubicBezTo>
                  <a:lnTo>
                    <a:pt x="2039" y="464"/>
                  </a:lnTo>
                  <a:cubicBezTo>
                    <a:pt x="2012" y="370"/>
                    <a:pt x="1917" y="302"/>
                    <a:pt x="1823" y="275"/>
                  </a:cubicBezTo>
                  <a:lnTo>
                    <a:pt x="365" y="5"/>
                  </a:lnTo>
                  <a:cubicBezTo>
                    <a:pt x="346" y="2"/>
                    <a:pt x="328" y="1"/>
                    <a:pt x="3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6"/>
            <p:cNvSpPr/>
            <p:nvPr/>
          </p:nvSpPr>
          <p:spPr>
            <a:xfrm>
              <a:off x="6931275" y="3209025"/>
              <a:ext cx="48525" cy="71575"/>
            </a:xfrm>
            <a:custGeom>
              <a:avLst/>
              <a:gdLst/>
              <a:ahLst/>
              <a:cxnLst/>
              <a:rect l="l" t="t" r="r" b="b"/>
              <a:pathLst>
                <a:path w="1941" h="2863" extrusionOk="0">
                  <a:moveTo>
                    <a:pt x="365" y="0"/>
                  </a:moveTo>
                  <a:cubicBezTo>
                    <a:pt x="203" y="0"/>
                    <a:pt x="68" y="135"/>
                    <a:pt x="54" y="284"/>
                  </a:cubicBezTo>
                  <a:lnTo>
                    <a:pt x="0" y="1755"/>
                  </a:lnTo>
                  <a:cubicBezTo>
                    <a:pt x="0" y="1863"/>
                    <a:pt x="54" y="1958"/>
                    <a:pt x="135" y="2025"/>
                  </a:cubicBezTo>
                  <a:lnTo>
                    <a:pt x="1377" y="2822"/>
                  </a:lnTo>
                  <a:cubicBezTo>
                    <a:pt x="1431" y="2849"/>
                    <a:pt x="1485" y="2862"/>
                    <a:pt x="1553" y="2862"/>
                  </a:cubicBezTo>
                  <a:lnTo>
                    <a:pt x="1539" y="2862"/>
                  </a:lnTo>
                  <a:cubicBezTo>
                    <a:pt x="1544" y="2863"/>
                    <a:pt x="1549" y="2863"/>
                    <a:pt x="1554" y="2863"/>
                  </a:cubicBezTo>
                  <a:cubicBezTo>
                    <a:pt x="1840" y="2863"/>
                    <a:pt x="1940" y="2482"/>
                    <a:pt x="1701" y="2322"/>
                  </a:cubicBezTo>
                  <a:lnTo>
                    <a:pt x="608" y="1607"/>
                  </a:lnTo>
                  <a:lnTo>
                    <a:pt x="648" y="311"/>
                  </a:lnTo>
                  <a:cubicBezTo>
                    <a:pt x="662" y="149"/>
                    <a:pt x="527" y="14"/>
                    <a:pt x="3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6596775" y="2179900"/>
              <a:ext cx="355775" cy="537375"/>
            </a:xfrm>
            <a:custGeom>
              <a:avLst/>
              <a:gdLst/>
              <a:ahLst/>
              <a:cxnLst/>
              <a:rect l="l" t="t" r="r" b="b"/>
              <a:pathLst>
                <a:path w="14231" h="21495" extrusionOk="0">
                  <a:moveTo>
                    <a:pt x="10180" y="1"/>
                  </a:moveTo>
                  <a:lnTo>
                    <a:pt x="1" y="21494"/>
                  </a:lnTo>
                  <a:lnTo>
                    <a:pt x="4051" y="21494"/>
                  </a:lnTo>
                  <a:lnTo>
                    <a:pt x="14231" y="1"/>
                  </a:lnTo>
                  <a:close/>
                </a:path>
              </a:pathLst>
            </a:custGeom>
            <a:solidFill>
              <a:srgbClr val="073763">
                <a:alpha val="7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 descr="Gráfico, Gráfico de barras&#10;&#10;Descripción generada automáticamente">
            <a:extLst>
              <a:ext uri="{FF2B5EF4-FFF2-40B4-BE49-F238E27FC236}">
                <a16:creationId xmlns:a16="http://schemas.microsoft.com/office/drawing/2014/main" id="{70808C3A-ED3F-216A-F006-AA52DE770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0" y="1329083"/>
            <a:ext cx="4001620" cy="23831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2">
                <a:lumMod val="60000"/>
                <a:lumOff val="40000"/>
              </a:schemeClr>
            </a:solidFill>
          </a:ln>
          <a:effectLst>
            <a:reflection blurRad="12700" stA="38000" endPos="28000" dist="5000" dir="5400000" sy="-100000" algn="bl" rotWithShape="0"/>
            <a:softEdge rad="3175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Base de </a:t>
            </a:r>
            <a:r>
              <a:rPr lang="en" dirty="0" err="1"/>
              <a:t>datos</a:t>
            </a:r>
            <a:endParaRPr dirty="0"/>
          </a:p>
        </p:txBody>
      </p:sp>
      <p:sp>
        <p:nvSpPr>
          <p:cNvPr id="735" name="Google Shape;735;p47"/>
          <p:cNvSpPr txBox="1">
            <a:spLocks noGrp="1"/>
          </p:cNvSpPr>
          <p:nvPr>
            <p:ph type="subTitle" idx="1"/>
          </p:nvPr>
        </p:nvSpPr>
        <p:spPr>
          <a:xfrm>
            <a:off x="5099673" y="1400900"/>
            <a:ext cx="2947800" cy="32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6" name="Google Shape;736;p47"/>
          <p:cNvSpPr txBox="1">
            <a:spLocks noGrp="1"/>
          </p:cNvSpPr>
          <p:nvPr>
            <p:ph type="subTitle" idx="2"/>
          </p:nvPr>
        </p:nvSpPr>
        <p:spPr>
          <a:xfrm>
            <a:off x="1096527" y="1397449"/>
            <a:ext cx="2947800" cy="3206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B4F0AE-5A1E-1094-8F37-1FEC169D3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852654"/>
            <a:ext cx="8724900" cy="1436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D81E8-CD3F-EAFB-1176-0A7DDFA3E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C5F327-4997-0F82-796E-2F3AD942C4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40823A-B511-B8BA-6F1A-D94AFBC1E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618" y="0"/>
            <a:ext cx="3992763" cy="260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5D429BB-24DA-4CC0-F147-CA4F46417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007" y="2711284"/>
            <a:ext cx="4005375" cy="239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166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8"/>
          <p:cNvSpPr txBox="1">
            <a:spLocks noGrp="1"/>
          </p:cNvSpPr>
          <p:nvPr>
            <p:ph type="title"/>
          </p:nvPr>
        </p:nvSpPr>
        <p:spPr>
          <a:xfrm>
            <a:off x="720000" y="886050"/>
            <a:ext cx="516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slide title goes here!</a:t>
            </a:r>
            <a:endParaRPr/>
          </a:p>
        </p:txBody>
      </p:sp>
      <p:sp>
        <p:nvSpPr>
          <p:cNvPr id="742" name="Google Shape;742;p48"/>
          <p:cNvSpPr txBox="1">
            <a:spLocks noGrp="1"/>
          </p:cNvSpPr>
          <p:nvPr>
            <p:ph type="subTitle" idx="1"/>
          </p:nvPr>
        </p:nvSpPr>
        <p:spPr>
          <a:xfrm>
            <a:off x="720000" y="1991950"/>
            <a:ext cx="4683600" cy="20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743" name="Google Shape;743;p48"/>
          <p:cNvCxnSpPr/>
          <p:nvPr/>
        </p:nvCxnSpPr>
        <p:spPr>
          <a:xfrm>
            <a:off x="1020125" y="1682500"/>
            <a:ext cx="37338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44" name="Google Shape;744;p48"/>
          <p:cNvGrpSpPr/>
          <p:nvPr/>
        </p:nvGrpSpPr>
        <p:grpSpPr>
          <a:xfrm>
            <a:off x="6028762" y="1328145"/>
            <a:ext cx="1665800" cy="2831346"/>
            <a:chOff x="6028762" y="1328145"/>
            <a:chExt cx="1665800" cy="2831346"/>
          </a:xfrm>
        </p:grpSpPr>
        <p:sp>
          <p:nvSpPr>
            <p:cNvPr id="745" name="Google Shape;745;p48"/>
            <p:cNvSpPr/>
            <p:nvPr/>
          </p:nvSpPr>
          <p:spPr>
            <a:xfrm rot="503610">
              <a:off x="6258689" y="1411020"/>
              <a:ext cx="1289567" cy="2098908"/>
            </a:xfrm>
            <a:custGeom>
              <a:avLst/>
              <a:gdLst/>
              <a:ahLst/>
              <a:cxnLst/>
              <a:rect l="l" t="t" r="r" b="b"/>
              <a:pathLst>
                <a:path w="35152" h="58985" extrusionOk="0">
                  <a:moveTo>
                    <a:pt x="4602" y="0"/>
                  </a:moveTo>
                  <a:cubicBezTo>
                    <a:pt x="2060" y="0"/>
                    <a:pt x="0" y="2065"/>
                    <a:pt x="0" y="4602"/>
                  </a:cubicBezTo>
                  <a:lnTo>
                    <a:pt x="0" y="58246"/>
                  </a:lnTo>
                  <a:cubicBezTo>
                    <a:pt x="0" y="58657"/>
                    <a:pt x="328" y="58984"/>
                    <a:pt x="733" y="58984"/>
                  </a:cubicBezTo>
                  <a:lnTo>
                    <a:pt x="34413" y="58984"/>
                  </a:lnTo>
                  <a:cubicBezTo>
                    <a:pt x="34819" y="58984"/>
                    <a:pt x="35152" y="58657"/>
                    <a:pt x="35152" y="58251"/>
                  </a:cubicBezTo>
                  <a:lnTo>
                    <a:pt x="35152" y="4602"/>
                  </a:lnTo>
                  <a:cubicBezTo>
                    <a:pt x="35152" y="2065"/>
                    <a:pt x="33092" y="0"/>
                    <a:pt x="30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8"/>
            <p:cNvSpPr/>
            <p:nvPr/>
          </p:nvSpPr>
          <p:spPr>
            <a:xfrm rot="503610">
              <a:off x="6860667" y="1495971"/>
              <a:ext cx="340514" cy="45263"/>
            </a:xfrm>
            <a:custGeom>
              <a:avLst/>
              <a:gdLst/>
              <a:ahLst/>
              <a:cxnLst/>
              <a:rect l="l" t="t" r="r" b="b"/>
              <a:pathLst>
                <a:path w="9282" h="1272" extrusionOk="0">
                  <a:moveTo>
                    <a:pt x="633" y="1"/>
                  </a:moveTo>
                  <a:cubicBezTo>
                    <a:pt x="283" y="1"/>
                    <a:pt x="0" y="289"/>
                    <a:pt x="0" y="639"/>
                  </a:cubicBezTo>
                  <a:cubicBezTo>
                    <a:pt x="0" y="989"/>
                    <a:pt x="283" y="1272"/>
                    <a:pt x="633" y="1272"/>
                  </a:cubicBezTo>
                  <a:lnTo>
                    <a:pt x="8644" y="1272"/>
                  </a:lnTo>
                  <a:cubicBezTo>
                    <a:pt x="8993" y="1272"/>
                    <a:pt x="9282" y="989"/>
                    <a:pt x="9282" y="639"/>
                  </a:cubicBezTo>
                  <a:cubicBezTo>
                    <a:pt x="9282" y="289"/>
                    <a:pt x="8993" y="1"/>
                    <a:pt x="86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8"/>
            <p:cNvSpPr/>
            <p:nvPr/>
          </p:nvSpPr>
          <p:spPr>
            <a:xfrm rot="503610">
              <a:off x="6337103" y="1579638"/>
              <a:ext cx="1147667" cy="1658986"/>
            </a:xfrm>
            <a:custGeom>
              <a:avLst/>
              <a:gdLst/>
              <a:ahLst/>
              <a:cxnLst/>
              <a:rect l="l" t="t" r="r" b="b"/>
              <a:pathLst>
                <a:path w="31284" h="46622" extrusionOk="0">
                  <a:moveTo>
                    <a:pt x="612" y="0"/>
                  </a:moveTo>
                  <a:cubicBezTo>
                    <a:pt x="273" y="0"/>
                    <a:pt x="1" y="272"/>
                    <a:pt x="1" y="605"/>
                  </a:cubicBezTo>
                  <a:lnTo>
                    <a:pt x="1" y="46016"/>
                  </a:lnTo>
                  <a:cubicBezTo>
                    <a:pt x="1" y="46349"/>
                    <a:pt x="273" y="46621"/>
                    <a:pt x="612" y="46621"/>
                  </a:cubicBezTo>
                  <a:lnTo>
                    <a:pt x="30673" y="46621"/>
                  </a:lnTo>
                  <a:cubicBezTo>
                    <a:pt x="31011" y="46621"/>
                    <a:pt x="31283" y="46349"/>
                    <a:pt x="31283" y="46016"/>
                  </a:cubicBezTo>
                  <a:lnTo>
                    <a:pt x="31283" y="605"/>
                  </a:lnTo>
                  <a:cubicBezTo>
                    <a:pt x="31283" y="272"/>
                    <a:pt x="31011" y="0"/>
                    <a:pt x="306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8"/>
            <p:cNvSpPr/>
            <p:nvPr/>
          </p:nvSpPr>
          <p:spPr>
            <a:xfrm rot="503610">
              <a:off x="6592944" y="1561419"/>
              <a:ext cx="378410" cy="1658986"/>
            </a:xfrm>
            <a:custGeom>
              <a:avLst/>
              <a:gdLst/>
              <a:ahLst/>
              <a:cxnLst/>
              <a:rect l="l" t="t" r="r" b="b"/>
              <a:pathLst>
                <a:path w="10315" h="46622" extrusionOk="0">
                  <a:moveTo>
                    <a:pt x="5546" y="0"/>
                  </a:moveTo>
                  <a:lnTo>
                    <a:pt x="0" y="46621"/>
                  </a:lnTo>
                  <a:lnTo>
                    <a:pt x="4769" y="46621"/>
                  </a:lnTo>
                  <a:lnTo>
                    <a:pt x="10315" y="0"/>
                  </a:lnTo>
                  <a:close/>
                </a:path>
              </a:pathLst>
            </a:custGeom>
            <a:solidFill>
              <a:srgbClr val="D0E0E3">
                <a:alpha val="43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8"/>
            <p:cNvSpPr/>
            <p:nvPr/>
          </p:nvSpPr>
          <p:spPr>
            <a:xfrm rot="503610">
              <a:off x="6886567" y="1597899"/>
              <a:ext cx="285559" cy="1658986"/>
            </a:xfrm>
            <a:custGeom>
              <a:avLst/>
              <a:gdLst/>
              <a:ahLst/>
              <a:cxnLst/>
              <a:rect l="l" t="t" r="r" b="b"/>
              <a:pathLst>
                <a:path w="7784" h="46622" extrusionOk="0">
                  <a:moveTo>
                    <a:pt x="5547" y="0"/>
                  </a:moveTo>
                  <a:lnTo>
                    <a:pt x="1" y="46621"/>
                  </a:lnTo>
                  <a:lnTo>
                    <a:pt x="2238" y="46621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rgbClr val="D0E0E3">
                <a:alpha val="43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8"/>
            <p:cNvSpPr/>
            <p:nvPr/>
          </p:nvSpPr>
          <p:spPr>
            <a:xfrm rot="503610">
              <a:off x="6060517" y="3538580"/>
              <a:ext cx="1289567" cy="529629"/>
            </a:xfrm>
            <a:custGeom>
              <a:avLst/>
              <a:gdLst/>
              <a:ahLst/>
              <a:cxnLst/>
              <a:rect l="l" t="t" r="r" b="b"/>
              <a:pathLst>
                <a:path w="35152" h="14884" extrusionOk="0">
                  <a:moveTo>
                    <a:pt x="34490" y="0"/>
                  </a:moveTo>
                  <a:cubicBezTo>
                    <a:pt x="34486" y="0"/>
                    <a:pt x="34483" y="0"/>
                    <a:pt x="34480" y="0"/>
                  </a:cubicBezTo>
                  <a:lnTo>
                    <a:pt x="672" y="0"/>
                  </a:lnTo>
                  <a:cubicBezTo>
                    <a:pt x="300" y="0"/>
                    <a:pt x="0" y="300"/>
                    <a:pt x="0" y="672"/>
                  </a:cubicBezTo>
                  <a:lnTo>
                    <a:pt x="0" y="9632"/>
                  </a:lnTo>
                  <a:cubicBezTo>
                    <a:pt x="0" y="12530"/>
                    <a:pt x="2354" y="14884"/>
                    <a:pt x="5252" y="14884"/>
                  </a:cubicBezTo>
                  <a:lnTo>
                    <a:pt x="29894" y="14884"/>
                  </a:lnTo>
                  <a:cubicBezTo>
                    <a:pt x="32798" y="14884"/>
                    <a:pt x="35146" y="12530"/>
                    <a:pt x="35146" y="9632"/>
                  </a:cubicBezTo>
                  <a:lnTo>
                    <a:pt x="35146" y="672"/>
                  </a:lnTo>
                  <a:cubicBezTo>
                    <a:pt x="35152" y="304"/>
                    <a:pt x="34852" y="0"/>
                    <a:pt x="34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8"/>
            <p:cNvSpPr/>
            <p:nvPr/>
          </p:nvSpPr>
          <p:spPr>
            <a:xfrm rot="503610">
              <a:off x="6129201" y="3498191"/>
              <a:ext cx="1235639" cy="43483"/>
            </a:xfrm>
            <a:custGeom>
              <a:avLst/>
              <a:gdLst/>
              <a:ahLst/>
              <a:cxnLst/>
              <a:rect l="l" t="t" r="r" b="b"/>
              <a:pathLst>
                <a:path w="33682" h="1222" extrusionOk="0">
                  <a:moveTo>
                    <a:pt x="1" y="0"/>
                  </a:moveTo>
                  <a:lnTo>
                    <a:pt x="1" y="1221"/>
                  </a:lnTo>
                  <a:lnTo>
                    <a:pt x="33681" y="1221"/>
                  </a:lnTo>
                  <a:lnTo>
                    <a:pt x="336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8"/>
            <p:cNvSpPr/>
            <p:nvPr/>
          </p:nvSpPr>
          <p:spPr>
            <a:xfrm rot="503610">
              <a:off x="6559891" y="3540815"/>
              <a:ext cx="351740" cy="110665"/>
            </a:xfrm>
            <a:custGeom>
              <a:avLst/>
              <a:gdLst/>
              <a:ahLst/>
              <a:cxnLst/>
              <a:rect l="l" t="t" r="r" b="b"/>
              <a:pathLst>
                <a:path w="9588" h="3110" extrusionOk="0">
                  <a:moveTo>
                    <a:pt x="0" y="0"/>
                  </a:moveTo>
                  <a:lnTo>
                    <a:pt x="0" y="2082"/>
                  </a:lnTo>
                  <a:cubicBezTo>
                    <a:pt x="0" y="2648"/>
                    <a:pt x="461" y="3109"/>
                    <a:pt x="1033" y="3109"/>
                  </a:cubicBezTo>
                  <a:lnTo>
                    <a:pt x="8561" y="3109"/>
                  </a:lnTo>
                  <a:cubicBezTo>
                    <a:pt x="9127" y="3109"/>
                    <a:pt x="9588" y="2648"/>
                    <a:pt x="9588" y="2082"/>
                  </a:cubicBezTo>
                  <a:lnTo>
                    <a:pt x="9588" y="0"/>
                  </a:lnTo>
                  <a:close/>
                </a:path>
              </a:pathLst>
            </a:custGeom>
            <a:solidFill>
              <a:srgbClr val="4B51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8"/>
            <p:cNvSpPr/>
            <p:nvPr/>
          </p:nvSpPr>
          <p:spPr>
            <a:xfrm rot="503610">
              <a:off x="6161194" y="3654815"/>
              <a:ext cx="173742" cy="162013"/>
            </a:xfrm>
            <a:custGeom>
              <a:avLst/>
              <a:gdLst/>
              <a:ahLst/>
              <a:cxnLst/>
              <a:rect l="l" t="t" r="r" b="b"/>
              <a:pathLst>
                <a:path w="4736" h="4553" extrusionOk="0">
                  <a:moveTo>
                    <a:pt x="2460" y="0"/>
                  </a:moveTo>
                  <a:cubicBezTo>
                    <a:pt x="1538" y="0"/>
                    <a:pt x="705" y="555"/>
                    <a:pt x="356" y="1405"/>
                  </a:cubicBezTo>
                  <a:cubicBezTo>
                    <a:pt x="0" y="2254"/>
                    <a:pt x="195" y="3237"/>
                    <a:pt x="850" y="3886"/>
                  </a:cubicBezTo>
                  <a:cubicBezTo>
                    <a:pt x="1285" y="4321"/>
                    <a:pt x="1866" y="4552"/>
                    <a:pt x="2458" y="4552"/>
                  </a:cubicBezTo>
                  <a:cubicBezTo>
                    <a:pt x="2750" y="4552"/>
                    <a:pt x="3045" y="4496"/>
                    <a:pt x="3326" y="4380"/>
                  </a:cubicBezTo>
                  <a:cubicBezTo>
                    <a:pt x="4180" y="4031"/>
                    <a:pt x="4736" y="3198"/>
                    <a:pt x="4736" y="2276"/>
                  </a:cubicBezTo>
                  <a:cubicBezTo>
                    <a:pt x="4736" y="1022"/>
                    <a:pt x="3714" y="0"/>
                    <a:pt x="24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8"/>
            <p:cNvSpPr/>
            <p:nvPr/>
          </p:nvSpPr>
          <p:spPr>
            <a:xfrm rot="503610">
              <a:off x="6375126" y="3686389"/>
              <a:ext cx="173779" cy="162084"/>
            </a:xfrm>
            <a:custGeom>
              <a:avLst/>
              <a:gdLst/>
              <a:ahLst/>
              <a:cxnLst/>
              <a:rect l="l" t="t" r="r" b="b"/>
              <a:pathLst>
                <a:path w="4737" h="4555" extrusionOk="0">
                  <a:moveTo>
                    <a:pt x="2460" y="0"/>
                  </a:moveTo>
                  <a:cubicBezTo>
                    <a:pt x="1539" y="0"/>
                    <a:pt x="711" y="555"/>
                    <a:pt x="356" y="1405"/>
                  </a:cubicBezTo>
                  <a:cubicBezTo>
                    <a:pt x="1" y="2254"/>
                    <a:pt x="201" y="3237"/>
                    <a:pt x="850" y="3886"/>
                  </a:cubicBezTo>
                  <a:cubicBezTo>
                    <a:pt x="1285" y="4321"/>
                    <a:pt x="1867" y="4555"/>
                    <a:pt x="2461" y="4555"/>
                  </a:cubicBezTo>
                  <a:cubicBezTo>
                    <a:pt x="2754" y="4555"/>
                    <a:pt x="3049" y="4498"/>
                    <a:pt x="3332" y="4380"/>
                  </a:cubicBezTo>
                  <a:cubicBezTo>
                    <a:pt x="4181" y="4031"/>
                    <a:pt x="4736" y="3198"/>
                    <a:pt x="4736" y="2276"/>
                  </a:cubicBezTo>
                  <a:cubicBezTo>
                    <a:pt x="4736" y="1022"/>
                    <a:pt x="3720" y="0"/>
                    <a:pt x="24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8"/>
            <p:cNvSpPr/>
            <p:nvPr/>
          </p:nvSpPr>
          <p:spPr>
            <a:xfrm rot="503610">
              <a:off x="6855043" y="3757194"/>
              <a:ext cx="173559" cy="162120"/>
            </a:xfrm>
            <a:custGeom>
              <a:avLst/>
              <a:gdLst/>
              <a:ahLst/>
              <a:cxnLst/>
              <a:rect l="l" t="t" r="r" b="b"/>
              <a:pathLst>
                <a:path w="4731" h="4556" extrusionOk="0">
                  <a:moveTo>
                    <a:pt x="2454" y="0"/>
                  </a:moveTo>
                  <a:cubicBezTo>
                    <a:pt x="1533" y="0"/>
                    <a:pt x="705" y="555"/>
                    <a:pt x="350" y="1405"/>
                  </a:cubicBezTo>
                  <a:cubicBezTo>
                    <a:pt x="0" y="2260"/>
                    <a:pt x="195" y="3237"/>
                    <a:pt x="844" y="3886"/>
                  </a:cubicBezTo>
                  <a:cubicBezTo>
                    <a:pt x="1278" y="4324"/>
                    <a:pt x="1860" y="4556"/>
                    <a:pt x="2452" y="4556"/>
                  </a:cubicBezTo>
                  <a:cubicBezTo>
                    <a:pt x="2747" y="4556"/>
                    <a:pt x="3044" y="4498"/>
                    <a:pt x="3326" y="4380"/>
                  </a:cubicBezTo>
                  <a:cubicBezTo>
                    <a:pt x="4175" y="4031"/>
                    <a:pt x="4730" y="3198"/>
                    <a:pt x="4730" y="2276"/>
                  </a:cubicBezTo>
                  <a:cubicBezTo>
                    <a:pt x="4730" y="1022"/>
                    <a:pt x="3714" y="0"/>
                    <a:pt x="24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8"/>
            <p:cNvSpPr/>
            <p:nvPr/>
          </p:nvSpPr>
          <p:spPr>
            <a:xfrm rot="503610">
              <a:off x="7068980" y="3788781"/>
              <a:ext cx="173779" cy="162120"/>
            </a:xfrm>
            <a:custGeom>
              <a:avLst/>
              <a:gdLst/>
              <a:ahLst/>
              <a:cxnLst/>
              <a:rect l="l" t="t" r="r" b="b"/>
              <a:pathLst>
                <a:path w="4737" h="4556" extrusionOk="0">
                  <a:moveTo>
                    <a:pt x="2460" y="0"/>
                  </a:moveTo>
                  <a:cubicBezTo>
                    <a:pt x="1539" y="0"/>
                    <a:pt x="706" y="555"/>
                    <a:pt x="356" y="1405"/>
                  </a:cubicBezTo>
                  <a:cubicBezTo>
                    <a:pt x="1" y="2260"/>
                    <a:pt x="195" y="3237"/>
                    <a:pt x="850" y="3886"/>
                  </a:cubicBezTo>
                  <a:cubicBezTo>
                    <a:pt x="1284" y="4324"/>
                    <a:pt x="1864" y="4556"/>
                    <a:pt x="2454" y="4556"/>
                  </a:cubicBezTo>
                  <a:cubicBezTo>
                    <a:pt x="2748" y="4556"/>
                    <a:pt x="3044" y="4498"/>
                    <a:pt x="3326" y="4380"/>
                  </a:cubicBezTo>
                  <a:cubicBezTo>
                    <a:pt x="4181" y="4031"/>
                    <a:pt x="4736" y="3198"/>
                    <a:pt x="4736" y="2276"/>
                  </a:cubicBezTo>
                  <a:cubicBezTo>
                    <a:pt x="4736" y="1022"/>
                    <a:pt x="3715" y="0"/>
                    <a:pt x="24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8"/>
            <p:cNvSpPr/>
            <p:nvPr/>
          </p:nvSpPr>
          <p:spPr>
            <a:xfrm rot="503610">
              <a:off x="6621573" y="3722273"/>
              <a:ext cx="167212" cy="162191"/>
            </a:xfrm>
            <a:custGeom>
              <a:avLst/>
              <a:gdLst/>
              <a:ahLst/>
              <a:cxnLst/>
              <a:rect l="l" t="t" r="r" b="b"/>
              <a:pathLst>
                <a:path w="4558" h="4558" extrusionOk="0">
                  <a:moveTo>
                    <a:pt x="2282" y="0"/>
                  </a:moveTo>
                  <a:cubicBezTo>
                    <a:pt x="1022" y="0"/>
                    <a:pt x="0" y="1022"/>
                    <a:pt x="0" y="2276"/>
                  </a:cubicBezTo>
                  <a:cubicBezTo>
                    <a:pt x="0" y="3537"/>
                    <a:pt x="1022" y="4558"/>
                    <a:pt x="2282" y="4558"/>
                  </a:cubicBezTo>
                  <a:cubicBezTo>
                    <a:pt x="3536" y="4558"/>
                    <a:pt x="4558" y="3537"/>
                    <a:pt x="4558" y="2276"/>
                  </a:cubicBezTo>
                  <a:cubicBezTo>
                    <a:pt x="4558" y="1022"/>
                    <a:pt x="3536" y="0"/>
                    <a:pt x="2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8"/>
            <p:cNvSpPr/>
            <p:nvPr/>
          </p:nvSpPr>
          <p:spPr>
            <a:xfrm rot="503610">
              <a:off x="6647631" y="3747372"/>
              <a:ext cx="115302" cy="111840"/>
            </a:xfrm>
            <a:custGeom>
              <a:avLst/>
              <a:gdLst/>
              <a:ahLst/>
              <a:cxnLst/>
              <a:rect l="l" t="t" r="r" b="b"/>
              <a:pathLst>
                <a:path w="3143" h="3143" extrusionOk="0">
                  <a:moveTo>
                    <a:pt x="1572" y="0"/>
                  </a:moveTo>
                  <a:cubicBezTo>
                    <a:pt x="700" y="0"/>
                    <a:pt x="1" y="705"/>
                    <a:pt x="1" y="1571"/>
                  </a:cubicBezTo>
                  <a:cubicBezTo>
                    <a:pt x="1" y="2443"/>
                    <a:pt x="700" y="3142"/>
                    <a:pt x="1572" y="3142"/>
                  </a:cubicBezTo>
                  <a:cubicBezTo>
                    <a:pt x="2438" y="3142"/>
                    <a:pt x="3143" y="2443"/>
                    <a:pt x="3143" y="1571"/>
                  </a:cubicBezTo>
                  <a:cubicBezTo>
                    <a:pt x="3143" y="705"/>
                    <a:pt x="2438" y="0"/>
                    <a:pt x="15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8"/>
            <p:cNvSpPr/>
            <p:nvPr/>
          </p:nvSpPr>
          <p:spPr>
            <a:xfrm rot="503610">
              <a:off x="6612791" y="3555461"/>
              <a:ext cx="40758" cy="44693"/>
            </a:xfrm>
            <a:custGeom>
              <a:avLst/>
              <a:gdLst/>
              <a:ahLst/>
              <a:cxnLst/>
              <a:rect l="l" t="t" r="r" b="b"/>
              <a:pathLst>
                <a:path w="1111" h="1256" extrusionOk="0">
                  <a:moveTo>
                    <a:pt x="6" y="1"/>
                  </a:moveTo>
                  <a:lnTo>
                    <a:pt x="0" y="1255"/>
                  </a:lnTo>
                  <a:lnTo>
                    <a:pt x="200" y="1255"/>
                  </a:lnTo>
                  <a:lnTo>
                    <a:pt x="200" y="684"/>
                  </a:lnTo>
                  <a:cubicBezTo>
                    <a:pt x="200" y="567"/>
                    <a:pt x="184" y="400"/>
                    <a:pt x="172" y="284"/>
                  </a:cubicBezTo>
                  <a:lnTo>
                    <a:pt x="178" y="284"/>
                  </a:lnTo>
                  <a:lnTo>
                    <a:pt x="278" y="572"/>
                  </a:lnTo>
                  <a:lnTo>
                    <a:pt x="489" y="1139"/>
                  </a:lnTo>
                  <a:lnTo>
                    <a:pt x="622" y="1139"/>
                  </a:lnTo>
                  <a:lnTo>
                    <a:pt x="828" y="572"/>
                  </a:lnTo>
                  <a:lnTo>
                    <a:pt x="927" y="284"/>
                  </a:lnTo>
                  <a:lnTo>
                    <a:pt x="939" y="284"/>
                  </a:lnTo>
                  <a:cubicBezTo>
                    <a:pt x="927" y="400"/>
                    <a:pt x="911" y="567"/>
                    <a:pt x="911" y="684"/>
                  </a:cubicBezTo>
                  <a:lnTo>
                    <a:pt x="911" y="1255"/>
                  </a:lnTo>
                  <a:lnTo>
                    <a:pt x="1111" y="1255"/>
                  </a:lnTo>
                  <a:lnTo>
                    <a:pt x="1111" y="1"/>
                  </a:lnTo>
                  <a:lnTo>
                    <a:pt x="861" y="1"/>
                  </a:lnTo>
                  <a:lnTo>
                    <a:pt x="644" y="617"/>
                  </a:lnTo>
                  <a:cubicBezTo>
                    <a:pt x="617" y="695"/>
                    <a:pt x="594" y="778"/>
                    <a:pt x="567" y="861"/>
                  </a:cubicBezTo>
                  <a:lnTo>
                    <a:pt x="556" y="861"/>
                  </a:lnTo>
                  <a:cubicBezTo>
                    <a:pt x="528" y="778"/>
                    <a:pt x="506" y="695"/>
                    <a:pt x="478" y="617"/>
                  </a:cubicBezTo>
                  <a:lnTo>
                    <a:pt x="2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8"/>
            <p:cNvSpPr/>
            <p:nvPr/>
          </p:nvSpPr>
          <p:spPr>
            <a:xfrm rot="503610">
              <a:off x="6685586" y="3565288"/>
              <a:ext cx="28358" cy="44693"/>
            </a:xfrm>
            <a:custGeom>
              <a:avLst/>
              <a:gdLst/>
              <a:ahLst/>
              <a:cxnLst/>
              <a:rect l="l" t="t" r="r" b="b"/>
              <a:pathLst>
                <a:path w="773" h="1256" extrusionOk="0">
                  <a:moveTo>
                    <a:pt x="0" y="1"/>
                  </a:moveTo>
                  <a:lnTo>
                    <a:pt x="0" y="1255"/>
                  </a:lnTo>
                  <a:lnTo>
                    <a:pt x="772" y="1255"/>
                  </a:lnTo>
                  <a:lnTo>
                    <a:pt x="772" y="1067"/>
                  </a:lnTo>
                  <a:lnTo>
                    <a:pt x="223" y="1067"/>
                  </a:lnTo>
                  <a:lnTo>
                    <a:pt x="223" y="695"/>
                  </a:lnTo>
                  <a:lnTo>
                    <a:pt x="672" y="695"/>
                  </a:lnTo>
                  <a:lnTo>
                    <a:pt x="672" y="506"/>
                  </a:lnTo>
                  <a:lnTo>
                    <a:pt x="223" y="506"/>
                  </a:lnTo>
                  <a:lnTo>
                    <a:pt x="223" y="189"/>
                  </a:lnTo>
                  <a:lnTo>
                    <a:pt x="755" y="189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8"/>
            <p:cNvSpPr/>
            <p:nvPr/>
          </p:nvSpPr>
          <p:spPr>
            <a:xfrm rot="503610">
              <a:off x="6743765" y="3574310"/>
              <a:ext cx="34264" cy="44693"/>
            </a:xfrm>
            <a:custGeom>
              <a:avLst/>
              <a:gdLst/>
              <a:ahLst/>
              <a:cxnLst/>
              <a:rect l="l" t="t" r="r" b="b"/>
              <a:pathLst>
                <a:path w="934" h="1256" extrusionOk="0">
                  <a:moveTo>
                    <a:pt x="1" y="1"/>
                  </a:moveTo>
                  <a:lnTo>
                    <a:pt x="6" y="1255"/>
                  </a:lnTo>
                  <a:lnTo>
                    <a:pt x="217" y="1255"/>
                  </a:lnTo>
                  <a:lnTo>
                    <a:pt x="217" y="706"/>
                  </a:lnTo>
                  <a:cubicBezTo>
                    <a:pt x="217" y="567"/>
                    <a:pt x="201" y="417"/>
                    <a:pt x="190" y="284"/>
                  </a:cubicBezTo>
                  <a:lnTo>
                    <a:pt x="195" y="284"/>
                  </a:lnTo>
                  <a:lnTo>
                    <a:pt x="323" y="550"/>
                  </a:lnTo>
                  <a:lnTo>
                    <a:pt x="717" y="1255"/>
                  </a:lnTo>
                  <a:lnTo>
                    <a:pt x="933" y="1255"/>
                  </a:lnTo>
                  <a:lnTo>
                    <a:pt x="933" y="1"/>
                  </a:lnTo>
                  <a:lnTo>
                    <a:pt x="728" y="1"/>
                  </a:lnTo>
                  <a:lnTo>
                    <a:pt x="728" y="545"/>
                  </a:lnTo>
                  <a:cubicBezTo>
                    <a:pt x="728" y="684"/>
                    <a:pt x="745" y="845"/>
                    <a:pt x="756" y="972"/>
                  </a:cubicBezTo>
                  <a:lnTo>
                    <a:pt x="745" y="972"/>
                  </a:lnTo>
                  <a:lnTo>
                    <a:pt x="617" y="706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8"/>
            <p:cNvSpPr/>
            <p:nvPr/>
          </p:nvSpPr>
          <p:spPr>
            <a:xfrm rot="503610">
              <a:off x="6810011" y="3584117"/>
              <a:ext cx="34631" cy="45476"/>
            </a:xfrm>
            <a:custGeom>
              <a:avLst/>
              <a:gdLst/>
              <a:ahLst/>
              <a:cxnLst/>
              <a:rect l="l" t="t" r="r" b="b"/>
              <a:pathLst>
                <a:path w="944" h="1278" extrusionOk="0">
                  <a:moveTo>
                    <a:pt x="0" y="1"/>
                  </a:moveTo>
                  <a:lnTo>
                    <a:pt x="0" y="706"/>
                  </a:lnTo>
                  <a:cubicBezTo>
                    <a:pt x="0" y="1117"/>
                    <a:pt x="183" y="1278"/>
                    <a:pt x="472" y="1278"/>
                  </a:cubicBezTo>
                  <a:cubicBezTo>
                    <a:pt x="761" y="1278"/>
                    <a:pt x="944" y="1117"/>
                    <a:pt x="944" y="706"/>
                  </a:cubicBezTo>
                  <a:lnTo>
                    <a:pt x="944" y="1"/>
                  </a:lnTo>
                  <a:lnTo>
                    <a:pt x="733" y="1"/>
                  </a:lnTo>
                  <a:lnTo>
                    <a:pt x="733" y="722"/>
                  </a:lnTo>
                  <a:cubicBezTo>
                    <a:pt x="733" y="994"/>
                    <a:pt x="628" y="1083"/>
                    <a:pt x="472" y="1083"/>
                  </a:cubicBezTo>
                  <a:cubicBezTo>
                    <a:pt x="322" y="1083"/>
                    <a:pt x="222" y="994"/>
                    <a:pt x="222" y="722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8"/>
            <p:cNvSpPr/>
            <p:nvPr/>
          </p:nvSpPr>
          <p:spPr>
            <a:xfrm rot="503610">
              <a:off x="6201714" y="3684595"/>
              <a:ext cx="107158" cy="97713"/>
            </a:xfrm>
            <a:custGeom>
              <a:avLst/>
              <a:gdLst/>
              <a:ahLst/>
              <a:cxnLst/>
              <a:rect l="l" t="t" r="r" b="b"/>
              <a:pathLst>
                <a:path w="2921" h="2746" extrusionOk="0">
                  <a:moveTo>
                    <a:pt x="1880" y="1"/>
                  </a:moveTo>
                  <a:cubicBezTo>
                    <a:pt x="1800" y="1"/>
                    <a:pt x="1719" y="31"/>
                    <a:pt x="1655" y="92"/>
                  </a:cubicBezTo>
                  <a:lnTo>
                    <a:pt x="123" y="1652"/>
                  </a:lnTo>
                  <a:cubicBezTo>
                    <a:pt x="1" y="1779"/>
                    <a:pt x="1" y="1974"/>
                    <a:pt x="123" y="2096"/>
                  </a:cubicBezTo>
                  <a:lnTo>
                    <a:pt x="695" y="2651"/>
                  </a:lnTo>
                  <a:cubicBezTo>
                    <a:pt x="756" y="2706"/>
                    <a:pt x="834" y="2740"/>
                    <a:pt x="911" y="2740"/>
                  </a:cubicBezTo>
                  <a:lnTo>
                    <a:pt x="917" y="2745"/>
                  </a:lnTo>
                  <a:cubicBezTo>
                    <a:pt x="1200" y="2745"/>
                    <a:pt x="1339" y="2407"/>
                    <a:pt x="1133" y="2212"/>
                  </a:cubicBezTo>
                  <a:lnTo>
                    <a:pt x="789" y="1874"/>
                  </a:lnTo>
                  <a:lnTo>
                    <a:pt x="1894" y="752"/>
                  </a:lnTo>
                  <a:lnTo>
                    <a:pt x="2288" y="1096"/>
                  </a:lnTo>
                  <a:cubicBezTo>
                    <a:pt x="2351" y="1147"/>
                    <a:pt x="2418" y="1168"/>
                    <a:pt x="2481" y="1168"/>
                  </a:cubicBezTo>
                  <a:cubicBezTo>
                    <a:pt x="2724" y="1168"/>
                    <a:pt x="2920" y="850"/>
                    <a:pt x="2704" y="630"/>
                  </a:cubicBezTo>
                  <a:lnTo>
                    <a:pt x="2088" y="80"/>
                  </a:lnTo>
                  <a:cubicBezTo>
                    <a:pt x="2029" y="27"/>
                    <a:pt x="1955" y="1"/>
                    <a:pt x="18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8"/>
            <p:cNvSpPr/>
            <p:nvPr/>
          </p:nvSpPr>
          <p:spPr>
            <a:xfrm rot="503610">
              <a:off x="6421929" y="3723989"/>
              <a:ext cx="86798" cy="87963"/>
            </a:xfrm>
            <a:custGeom>
              <a:avLst/>
              <a:gdLst/>
              <a:ahLst/>
              <a:cxnLst/>
              <a:rect l="l" t="t" r="r" b="b"/>
              <a:pathLst>
                <a:path w="2366" h="2472" extrusionOk="0">
                  <a:moveTo>
                    <a:pt x="1183" y="462"/>
                  </a:moveTo>
                  <a:lnTo>
                    <a:pt x="1944" y="978"/>
                  </a:lnTo>
                  <a:lnTo>
                    <a:pt x="1944" y="2055"/>
                  </a:lnTo>
                  <a:lnTo>
                    <a:pt x="417" y="2055"/>
                  </a:lnTo>
                  <a:lnTo>
                    <a:pt x="417" y="978"/>
                  </a:lnTo>
                  <a:lnTo>
                    <a:pt x="1183" y="462"/>
                  </a:lnTo>
                  <a:close/>
                  <a:moveTo>
                    <a:pt x="1183" y="1"/>
                  </a:moveTo>
                  <a:cubicBezTo>
                    <a:pt x="1143" y="1"/>
                    <a:pt x="1103" y="12"/>
                    <a:pt x="1067" y="34"/>
                  </a:cubicBezTo>
                  <a:lnTo>
                    <a:pt x="95" y="695"/>
                  </a:lnTo>
                  <a:cubicBezTo>
                    <a:pt x="40" y="734"/>
                    <a:pt x="6" y="795"/>
                    <a:pt x="1" y="867"/>
                  </a:cubicBezTo>
                  <a:lnTo>
                    <a:pt x="1" y="2260"/>
                  </a:lnTo>
                  <a:cubicBezTo>
                    <a:pt x="1" y="2377"/>
                    <a:pt x="95" y="2471"/>
                    <a:pt x="212" y="2471"/>
                  </a:cubicBezTo>
                  <a:lnTo>
                    <a:pt x="2155" y="2471"/>
                  </a:lnTo>
                  <a:cubicBezTo>
                    <a:pt x="2271" y="2471"/>
                    <a:pt x="2366" y="2377"/>
                    <a:pt x="2366" y="2260"/>
                  </a:cubicBezTo>
                  <a:lnTo>
                    <a:pt x="2366" y="867"/>
                  </a:lnTo>
                  <a:cubicBezTo>
                    <a:pt x="2366" y="795"/>
                    <a:pt x="2327" y="734"/>
                    <a:pt x="2271" y="695"/>
                  </a:cubicBezTo>
                  <a:lnTo>
                    <a:pt x="1300" y="34"/>
                  </a:lnTo>
                  <a:cubicBezTo>
                    <a:pt x="1264" y="12"/>
                    <a:pt x="1223" y="1"/>
                    <a:pt x="11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8"/>
            <p:cNvSpPr/>
            <p:nvPr/>
          </p:nvSpPr>
          <p:spPr>
            <a:xfrm rot="503610">
              <a:off x="6915280" y="3807393"/>
              <a:ext cx="63979" cy="71559"/>
            </a:xfrm>
            <a:custGeom>
              <a:avLst/>
              <a:gdLst/>
              <a:ahLst/>
              <a:cxnLst/>
              <a:rect l="l" t="t" r="r" b="b"/>
              <a:pathLst>
                <a:path w="1744" h="2011" extrusionOk="0">
                  <a:moveTo>
                    <a:pt x="233" y="0"/>
                  </a:moveTo>
                  <a:cubicBezTo>
                    <a:pt x="127" y="0"/>
                    <a:pt x="38" y="75"/>
                    <a:pt x="17" y="179"/>
                  </a:cubicBezTo>
                  <a:cubicBezTo>
                    <a:pt x="0" y="290"/>
                    <a:pt x="83" y="395"/>
                    <a:pt x="200" y="412"/>
                  </a:cubicBezTo>
                  <a:cubicBezTo>
                    <a:pt x="1177" y="545"/>
                    <a:pt x="1310" y="1772"/>
                    <a:pt x="1316" y="1828"/>
                  </a:cubicBezTo>
                  <a:cubicBezTo>
                    <a:pt x="1327" y="1933"/>
                    <a:pt x="1416" y="2011"/>
                    <a:pt x="1521" y="2011"/>
                  </a:cubicBezTo>
                  <a:lnTo>
                    <a:pt x="1543" y="2011"/>
                  </a:lnTo>
                  <a:cubicBezTo>
                    <a:pt x="1660" y="2000"/>
                    <a:pt x="1743" y="1900"/>
                    <a:pt x="1732" y="1783"/>
                  </a:cubicBezTo>
                  <a:cubicBezTo>
                    <a:pt x="1677" y="1228"/>
                    <a:pt x="1294" y="145"/>
                    <a:pt x="256" y="1"/>
                  </a:cubicBezTo>
                  <a:cubicBezTo>
                    <a:pt x="248" y="0"/>
                    <a:pt x="241" y="0"/>
                    <a:pt x="2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8"/>
            <p:cNvSpPr/>
            <p:nvPr/>
          </p:nvSpPr>
          <p:spPr>
            <a:xfrm rot="503610">
              <a:off x="6916710" y="3791951"/>
              <a:ext cx="44023" cy="56471"/>
            </a:xfrm>
            <a:custGeom>
              <a:avLst/>
              <a:gdLst/>
              <a:ahLst/>
              <a:cxnLst/>
              <a:rect l="l" t="t" r="r" b="b"/>
              <a:pathLst>
                <a:path w="1200" h="1587" extrusionOk="0">
                  <a:moveTo>
                    <a:pt x="960" y="1"/>
                  </a:moveTo>
                  <a:cubicBezTo>
                    <a:pt x="930" y="1"/>
                    <a:pt x="900" y="7"/>
                    <a:pt x="872" y="21"/>
                  </a:cubicBezTo>
                  <a:lnTo>
                    <a:pt x="117" y="399"/>
                  </a:lnTo>
                  <a:cubicBezTo>
                    <a:pt x="45" y="438"/>
                    <a:pt x="0" y="510"/>
                    <a:pt x="0" y="587"/>
                  </a:cubicBezTo>
                  <a:lnTo>
                    <a:pt x="11" y="1381"/>
                  </a:lnTo>
                  <a:cubicBezTo>
                    <a:pt x="11" y="1492"/>
                    <a:pt x="100" y="1587"/>
                    <a:pt x="217" y="1587"/>
                  </a:cubicBezTo>
                  <a:cubicBezTo>
                    <a:pt x="333" y="1581"/>
                    <a:pt x="422" y="1487"/>
                    <a:pt x="422" y="1370"/>
                  </a:cubicBezTo>
                  <a:lnTo>
                    <a:pt x="417" y="710"/>
                  </a:lnTo>
                  <a:lnTo>
                    <a:pt x="1055" y="393"/>
                  </a:lnTo>
                  <a:cubicBezTo>
                    <a:pt x="1155" y="343"/>
                    <a:pt x="1199" y="215"/>
                    <a:pt x="1149" y="116"/>
                  </a:cubicBezTo>
                  <a:cubicBezTo>
                    <a:pt x="1113" y="44"/>
                    <a:pt x="1037" y="1"/>
                    <a:pt x="9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8"/>
            <p:cNvSpPr/>
            <p:nvPr/>
          </p:nvSpPr>
          <p:spPr>
            <a:xfrm rot="503610">
              <a:off x="7109088" y="3848513"/>
              <a:ext cx="100225" cy="43483"/>
            </a:xfrm>
            <a:custGeom>
              <a:avLst/>
              <a:gdLst/>
              <a:ahLst/>
              <a:cxnLst/>
              <a:rect l="l" t="t" r="r" b="b"/>
              <a:pathLst>
                <a:path w="2732" h="1222" extrusionOk="0">
                  <a:moveTo>
                    <a:pt x="206" y="1"/>
                  </a:moveTo>
                  <a:cubicBezTo>
                    <a:pt x="95" y="1"/>
                    <a:pt x="1" y="95"/>
                    <a:pt x="1" y="206"/>
                  </a:cubicBezTo>
                  <a:lnTo>
                    <a:pt x="1" y="1011"/>
                  </a:lnTo>
                  <a:cubicBezTo>
                    <a:pt x="1" y="1150"/>
                    <a:pt x="105" y="1219"/>
                    <a:pt x="209" y="1219"/>
                  </a:cubicBezTo>
                  <a:cubicBezTo>
                    <a:pt x="313" y="1219"/>
                    <a:pt x="417" y="1150"/>
                    <a:pt x="417" y="1011"/>
                  </a:cubicBezTo>
                  <a:lnTo>
                    <a:pt x="417" y="417"/>
                  </a:lnTo>
                  <a:lnTo>
                    <a:pt x="2310" y="417"/>
                  </a:lnTo>
                  <a:lnTo>
                    <a:pt x="2310" y="1017"/>
                  </a:lnTo>
                  <a:cubicBezTo>
                    <a:pt x="2310" y="1133"/>
                    <a:pt x="2404" y="1222"/>
                    <a:pt x="2521" y="1222"/>
                  </a:cubicBezTo>
                  <a:cubicBezTo>
                    <a:pt x="2637" y="1222"/>
                    <a:pt x="2732" y="1128"/>
                    <a:pt x="2726" y="1017"/>
                  </a:cubicBezTo>
                  <a:lnTo>
                    <a:pt x="2726" y="206"/>
                  </a:lnTo>
                  <a:cubicBezTo>
                    <a:pt x="2726" y="95"/>
                    <a:pt x="2637" y="1"/>
                    <a:pt x="2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8" name="Google Shape;768;p48"/>
          <p:cNvGrpSpPr/>
          <p:nvPr/>
        </p:nvGrpSpPr>
        <p:grpSpPr>
          <a:xfrm rot="503704">
            <a:off x="6871390" y="1161903"/>
            <a:ext cx="525808" cy="124202"/>
            <a:chOff x="546675" y="195075"/>
            <a:chExt cx="525800" cy="124200"/>
          </a:xfrm>
        </p:grpSpPr>
        <p:sp>
          <p:nvSpPr>
            <p:cNvPr id="769" name="Google Shape;769;p48"/>
            <p:cNvSpPr/>
            <p:nvPr/>
          </p:nvSpPr>
          <p:spPr>
            <a:xfrm>
              <a:off x="5466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8"/>
            <p:cNvSpPr/>
            <p:nvPr/>
          </p:nvSpPr>
          <p:spPr>
            <a:xfrm>
              <a:off x="7474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8"/>
            <p:cNvSpPr/>
            <p:nvPr/>
          </p:nvSpPr>
          <p:spPr>
            <a:xfrm>
              <a:off x="9482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8"/>
          <p:cNvGrpSpPr/>
          <p:nvPr/>
        </p:nvGrpSpPr>
        <p:grpSpPr>
          <a:xfrm rot="503704">
            <a:off x="6333090" y="4197228"/>
            <a:ext cx="525808" cy="124202"/>
            <a:chOff x="546675" y="195075"/>
            <a:chExt cx="525800" cy="124200"/>
          </a:xfrm>
        </p:grpSpPr>
        <p:sp>
          <p:nvSpPr>
            <p:cNvPr id="773" name="Google Shape;773;p48"/>
            <p:cNvSpPr/>
            <p:nvPr/>
          </p:nvSpPr>
          <p:spPr>
            <a:xfrm>
              <a:off x="5466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8"/>
            <p:cNvSpPr/>
            <p:nvPr/>
          </p:nvSpPr>
          <p:spPr>
            <a:xfrm>
              <a:off x="7474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8"/>
            <p:cNvSpPr/>
            <p:nvPr/>
          </p:nvSpPr>
          <p:spPr>
            <a:xfrm>
              <a:off x="948275" y="195075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889D3027-612C-AF63-263B-BAA3F42BE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463550"/>
            <a:ext cx="7950200" cy="421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1" name="Google Shape;781;p49"/>
          <p:cNvSpPr txBox="1">
            <a:spLocks noGrp="1"/>
          </p:cNvSpPr>
          <p:nvPr>
            <p:ph type="subTitle" idx="1"/>
          </p:nvPr>
        </p:nvSpPr>
        <p:spPr>
          <a:xfrm>
            <a:off x="4833150" y="3203900"/>
            <a:ext cx="2882100" cy="10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2" name="Google Shape;782;p49"/>
          <p:cNvSpPr txBox="1">
            <a:spLocks noGrp="1"/>
          </p:cNvSpPr>
          <p:nvPr>
            <p:ph type="subTitle" idx="2"/>
          </p:nvPr>
        </p:nvSpPr>
        <p:spPr>
          <a:xfrm>
            <a:off x="1143100" y="3203900"/>
            <a:ext cx="2882100" cy="10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3" name="Google Shape;783;p49"/>
          <p:cNvSpPr txBox="1">
            <a:spLocks noGrp="1"/>
          </p:cNvSpPr>
          <p:nvPr>
            <p:ph type="subTitle" idx="3"/>
          </p:nvPr>
        </p:nvSpPr>
        <p:spPr>
          <a:xfrm>
            <a:off x="1142975" y="2716275"/>
            <a:ext cx="2882100" cy="4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4" name="Google Shape;784;p49"/>
          <p:cNvSpPr txBox="1">
            <a:spLocks noGrp="1"/>
          </p:cNvSpPr>
          <p:nvPr>
            <p:ph type="subTitle" idx="4"/>
          </p:nvPr>
        </p:nvSpPr>
        <p:spPr>
          <a:xfrm>
            <a:off x="4833150" y="2716275"/>
            <a:ext cx="2882100" cy="4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5" name="Google Shape;785;p49"/>
          <p:cNvSpPr/>
          <p:nvPr/>
        </p:nvSpPr>
        <p:spPr>
          <a:xfrm>
            <a:off x="2195950" y="1663700"/>
            <a:ext cx="776400" cy="77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49"/>
          <p:cNvSpPr/>
          <p:nvPr/>
        </p:nvSpPr>
        <p:spPr>
          <a:xfrm>
            <a:off x="5834500" y="1663700"/>
            <a:ext cx="776400" cy="7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49"/>
          <p:cNvSpPr/>
          <p:nvPr/>
        </p:nvSpPr>
        <p:spPr>
          <a:xfrm>
            <a:off x="2297950" y="1766733"/>
            <a:ext cx="572156" cy="570322"/>
          </a:xfrm>
          <a:custGeom>
            <a:avLst/>
            <a:gdLst/>
            <a:ahLst/>
            <a:cxnLst/>
            <a:rect l="l" t="t" r="r" b="b"/>
            <a:pathLst>
              <a:path w="10919" h="10884" extrusionOk="0">
                <a:moveTo>
                  <a:pt x="9561" y="561"/>
                </a:moveTo>
                <a:lnTo>
                  <a:pt x="9561" y="1203"/>
                </a:lnTo>
                <a:cubicBezTo>
                  <a:pt x="9561" y="1299"/>
                  <a:pt x="9633" y="1370"/>
                  <a:pt x="9728" y="1370"/>
                </a:cubicBezTo>
                <a:lnTo>
                  <a:pt x="10359" y="1370"/>
                </a:lnTo>
                <a:lnTo>
                  <a:pt x="8966" y="2739"/>
                </a:lnTo>
                <a:lnTo>
                  <a:pt x="8394" y="2739"/>
                </a:lnTo>
                <a:lnTo>
                  <a:pt x="9323" y="1811"/>
                </a:lnTo>
                <a:cubicBezTo>
                  <a:pt x="9383" y="1751"/>
                  <a:pt x="9383" y="1644"/>
                  <a:pt x="9323" y="1584"/>
                </a:cubicBezTo>
                <a:cubicBezTo>
                  <a:pt x="9293" y="1555"/>
                  <a:pt x="9252" y="1540"/>
                  <a:pt x="9210" y="1540"/>
                </a:cubicBezTo>
                <a:cubicBezTo>
                  <a:pt x="9168" y="1540"/>
                  <a:pt x="9127" y="1555"/>
                  <a:pt x="9097" y="1584"/>
                </a:cubicBezTo>
                <a:lnTo>
                  <a:pt x="8180" y="2513"/>
                </a:lnTo>
                <a:lnTo>
                  <a:pt x="8180" y="1954"/>
                </a:lnTo>
                <a:lnTo>
                  <a:pt x="9561" y="561"/>
                </a:lnTo>
                <a:close/>
                <a:moveTo>
                  <a:pt x="4441" y="2382"/>
                </a:moveTo>
                <a:cubicBezTo>
                  <a:pt x="5513" y="2382"/>
                  <a:pt x="6489" y="2799"/>
                  <a:pt x="7228" y="3466"/>
                </a:cubicBezTo>
                <a:lnTo>
                  <a:pt x="4334" y="6347"/>
                </a:lnTo>
                <a:cubicBezTo>
                  <a:pt x="4275" y="6406"/>
                  <a:pt x="4275" y="6514"/>
                  <a:pt x="4334" y="6573"/>
                </a:cubicBezTo>
                <a:cubicBezTo>
                  <a:pt x="4370" y="6609"/>
                  <a:pt x="4406" y="6621"/>
                  <a:pt x="4453" y="6621"/>
                </a:cubicBezTo>
                <a:cubicBezTo>
                  <a:pt x="4501" y="6621"/>
                  <a:pt x="4525" y="6609"/>
                  <a:pt x="4572" y="6573"/>
                </a:cubicBezTo>
                <a:lnTo>
                  <a:pt x="5287" y="5859"/>
                </a:lnTo>
                <a:cubicBezTo>
                  <a:pt x="5418" y="6037"/>
                  <a:pt x="5477" y="6252"/>
                  <a:pt x="5477" y="6478"/>
                </a:cubicBezTo>
                <a:cubicBezTo>
                  <a:pt x="5477" y="7038"/>
                  <a:pt x="5013" y="7502"/>
                  <a:pt x="4453" y="7502"/>
                </a:cubicBezTo>
                <a:cubicBezTo>
                  <a:pt x="3894" y="7502"/>
                  <a:pt x="3429" y="7038"/>
                  <a:pt x="3429" y="6478"/>
                </a:cubicBezTo>
                <a:cubicBezTo>
                  <a:pt x="3429" y="5906"/>
                  <a:pt x="3894" y="5442"/>
                  <a:pt x="4453" y="5442"/>
                </a:cubicBezTo>
                <a:cubicBezTo>
                  <a:pt x="4513" y="5442"/>
                  <a:pt x="4584" y="5442"/>
                  <a:pt x="4644" y="5466"/>
                </a:cubicBezTo>
                <a:cubicBezTo>
                  <a:pt x="4652" y="5467"/>
                  <a:pt x="4660" y="5467"/>
                  <a:pt x="4668" y="5467"/>
                </a:cubicBezTo>
                <a:cubicBezTo>
                  <a:pt x="4751" y="5467"/>
                  <a:pt x="4813" y="5410"/>
                  <a:pt x="4834" y="5323"/>
                </a:cubicBezTo>
                <a:cubicBezTo>
                  <a:pt x="4858" y="5240"/>
                  <a:pt x="4799" y="5168"/>
                  <a:pt x="4703" y="5133"/>
                </a:cubicBezTo>
                <a:cubicBezTo>
                  <a:pt x="4620" y="5121"/>
                  <a:pt x="4537" y="5109"/>
                  <a:pt x="4453" y="5109"/>
                </a:cubicBezTo>
                <a:cubicBezTo>
                  <a:pt x="3703" y="5109"/>
                  <a:pt x="3096" y="5716"/>
                  <a:pt x="3096" y="6454"/>
                </a:cubicBezTo>
                <a:cubicBezTo>
                  <a:pt x="3096" y="7204"/>
                  <a:pt x="3703" y="7811"/>
                  <a:pt x="4453" y="7811"/>
                </a:cubicBezTo>
                <a:cubicBezTo>
                  <a:pt x="5192" y="7811"/>
                  <a:pt x="5811" y="7204"/>
                  <a:pt x="5811" y="6454"/>
                </a:cubicBezTo>
                <a:cubicBezTo>
                  <a:pt x="5811" y="6145"/>
                  <a:pt x="5704" y="5859"/>
                  <a:pt x="5525" y="5621"/>
                </a:cubicBezTo>
                <a:lnTo>
                  <a:pt x="6025" y="5121"/>
                </a:lnTo>
                <a:cubicBezTo>
                  <a:pt x="6346" y="5490"/>
                  <a:pt x="6525" y="5966"/>
                  <a:pt x="6525" y="6454"/>
                </a:cubicBezTo>
                <a:cubicBezTo>
                  <a:pt x="6525" y="7585"/>
                  <a:pt x="5596" y="8514"/>
                  <a:pt x="4465" y="8514"/>
                </a:cubicBezTo>
                <a:cubicBezTo>
                  <a:pt x="3334" y="8514"/>
                  <a:pt x="2417" y="7585"/>
                  <a:pt x="2417" y="6454"/>
                </a:cubicBezTo>
                <a:cubicBezTo>
                  <a:pt x="2417" y="5323"/>
                  <a:pt x="3334" y="4406"/>
                  <a:pt x="4465" y="4406"/>
                </a:cubicBezTo>
                <a:cubicBezTo>
                  <a:pt x="4811" y="4406"/>
                  <a:pt x="5156" y="4490"/>
                  <a:pt x="5453" y="4656"/>
                </a:cubicBezTo>
                <a:cubicBezTo>
                  <a:pt x="5476" y="4671"/>
                  <a:pt x="5502" y="4678"/>
                  <a:pt x="5528" y="4678"/>
                </a:cubicBezTo>
                <a:cubicBezTo>
                  <a:pt x="5585" y="4678"/>
                  <a:pt x="5643" y="4646"/>
                  <a:pt x="5668" y="4597"/>
                </a:cubicBezTo>
                <a:cubicBezTo>
                  <a:pt x="5715" y="4525"/>
                  <a:pt x="5692" y="4418"/>
                  <a:pt x="5608" y="4371"/>
                </a:cubicBezTo>
                <a:cubicBezTo>
                  <a:pt x="5275" y="4180"/>
                  <a:pt x="4882" y="4097"/>
                  <a:pt x="4477" y="4097"/>
                </a:cubicBezTo>
                <a:cubicBezTo>
                  <a:pt x="3167" y="4097"/>
                  <a:pt x="2120" y="5168"/>
                  <a:pt x="2120" y="6454"/>
                </a:cubicBezTo>
                <a:cubicBezTo>
                  <a:pt x="2120" y="7764"/>
                  <a:pt x="3191" y="8823"/>
                  <a:pt x="4477" y="8823"/>
                </a:cubicBezTo>
                <a:cubicBezTo>
                  <a:pt x="5787" y="8823"/>
                  <a:pt x="6847" y="7752"/>
                  <a:pt x="6847" y="6454"/>
                </a:cubicBezTo>
                <a:cubicBezTo>
                  <a:pt x="6847" y="5883"/>
                  <a:pt x="6644" y="5323"/>
                  <a:pt x="6263" y="4894"/>
                </a:cubicBezTo>
                <a:lnTo>
                  <a:pt x="6763" y="4406"/>
                </a:lnTo>
                <a:cubicBezTo>
                  <a:pt x="7263" y="4966"/>
                  <a:pt x="7549" y="5704"/>
                  <a:pt x="7549" y="6454"/>
                </a:cubicBezTo>
                <a:cubicBezTo>
                  <a:pt x="7549" y="8157"/>
                  <a:pt x="6168" y="9538"/>
                  <a:pt x="4465" y="9538"/>
                </a:cubicBezTo>
                <a:cubicBezTo>
                  <a:pt x="2775" y="9538"/>
                  <a:pt x="1382" y="8157"/>
                  <a:pt x="1382" y="6454"/>
                </a:cubicBezTo>
                <a:cubicBezTo>
                  <a:pt x="1382" y="4763"/>
                  <a:pt x="2775" y="3382"/>
                  <a:pt x="4465" y="3382"/>
                </a:cubicBezTo>
                <a:cubicBezTo>
                  <a:pt x="5061" y="3382"/>
                  <a:pt x="5632" y="3537"/>
                  <a:pt x="6132" y="3870"/>
                </a:cubicBezTo>
                <a:cubicBezTo>
                  <a:pt x="6157" y="3887"/>
                  <a:pt x="6187" y="3895"/>
                  <a:pt x="6217" y="3895"/>
                </a:cubicBezTo>
                <a:cubicBezTo>
                  <a:pt x="6272" y="3895"/>
                  <a:pt x="6328" y="3869"/>
                  <a:pt x="6358" y="3823"/>
                </a:cubicBezTo>
                <a:cubicBezTo>
                  <a:pt x="6406" y="3751"/>
                  <a:pt x="6382" y="3644"/>
                  <a:pt x="6311" y="3597"/>
                </a:cubicBezTo>
                <a:cubicBezTo>
                  <a:pt x="5763" y="3239"/>
                  <a:pt x="5132" y="3061"/>
                  <a:pt x="4477" y="3061"/>
                </a:cubicBezTo>
                <a:cubicBezTo>
                  <a:pt x="2608" y="3061"/>
                  <a:pt x="1084" y="4585"/>
                  <a:pt x="1084" y="6454"/>
                </a:cubicBezTo>
                <a:cubicBezTo>
                  <a:pt x="1084" y="8335"/>
                  <a:pt x="2608" y="9847"/>
                  <a:pt x="4477" y="9847"/>
                </a:cubicBezTo>
                <a:cubicBezTo>
                  <a:pt x="6358" y="9847"/>
                  <a:pt x="7870" y="8335"/>
                  <a:pt x="7870" y="6454"/>
                </a:cubicBezTo>
                <a:cubicBezTo>
                  <a:pt x="7870" y="5609"/>
                  <a:pt x="7561" y="4811"/>
                  <a:pt x="7001" y="4168"/>
                </a:cubicBezTo>
                <a:lnTo>
                  <a:pt x="7489" y="3680"/>
                </a:lnTo>
                <a:cubicBezTo>
                  <a:pt x="8120" y="4418"/>
                  <a:pt x="8537" y="5394"/>
                  <a:pt x="8537" y="6478"/>
                </a:cubicBezTo>
                <a:cubicBezTo>
                  <a:pt x="8537" y="8740"/>
                  <a:pt x="6692" y="10562"/>
                  <a:pt x="4441" y="10562"/>
                </a:cubicBezTo>
                <a:cubicBezTo>
                  <a:pt x="2191" y="10562"/>
                  <a:pt x="346" y="8716"/>
                  <a:pt x="346" y="6478"/>
                </a:cubicBezTo>
                <a:cubicBezTo>
                  <a:pt x="346" y="4228"/>
                  <a:pt x="2191" y="2382"/>
                  <a:pt x="4441" y="2382"/>
                </a:cubicBezTo>
                <a:close/>
                <a:moveTo>
                  <a:pt x="9701" y="1"/>
                </a:moveTo>
                <a:cubicBezTo>
                  <a:pt x="9659" y="1"/>
                  <a:pt x="9617" y="17"/>
                  <a:pt x="9585" y="49"/>
                </a:cubicBezTo>
                <a:lnTo>
                  <a:pt x="7894" y="1739"/>
                </a:lnTo>
                <a:cubicBezTo>
                  <a:pt x="7859" y="1775"/>
                  <a:pt x="7847" y="1811"/>
                  <a:pt x="7847" y="1858"/>
                </a:cubicBezTo>
                <a:lnTo>
                  <a:pt x="7847" y="2811"/>
                </a:lnTo>
                <a:lnTo>
                  <a:pt x="7430" y="3228"/>
                </a:lnTo>
                <a:cubicBezTo>
                  <a:pt x="6644" y="2501"/>
                  <a:pt x="5584" y="2037"/>
                  <a:pt x="4430" y="2037"/>
                </a:cubicBezTo>
                <a:cubicBezTo>
                  <a:pt x="1989" y="2037"/>
                  <a:pt x="0" y="4013"/>
                  <a:pt x="0" y="6454"/>
                </a:cubicBezTo>
                <a:cubicBezTo>
                  <a:pt x="0" y="8895"/>
                  <a:pt x="1989" y="10883"/>
                  <a:pt x="4430" y="10883"/>
                </a:cubicBezTo>
                <a:cubicBezTo>
                  <a:pt x="6870" y="10883"/>
                  <a:pt x="8847" y="8895"/>
                  <a:pt x="8847" y="6454"/>
                </a:cubicBezTo>
                <a:cubicBezTo>
                  <a:pt x="8847" y="5299"/>
                  <a:pt x="8394" y="4240"/>
                  <a:pt x="7656" y="3454"/>
                </a:cubicBezTo>
                <a:lnTo>
                  <a:pt x="8073" y="3037"/>
                </a:lnTo>
                <a:lnTo>
                  <a:pt x="9025" y="3037"/>
                </a:lnTo>
                <a:cubicBezTo>
                  <a:pt x="9073" y="3037"/>
                  <a:pt x="9109" y="3013"/>
                  <a:pt x="9144" y="2989"/>
                </a:cubicBezTo>
                <a:lnTo>
                  <a:pt x="10835" y="1299"/>
                </a:lnTo>
                <a:cubicBezTo>
                  <a:pt x="10895" y="1251"/>
                  <a:pt x="10918" y="1192"/>
                  <a:pt x="10883" y="1132"/>
                </a:cubicBezTo>
                <a:cubicBezTo>
                  <a:pt x="10859" y="1072"/>
                  <a:pt x="10799" y="1025"/>
                  <a:pt x="10740" y="1025"/>
                </a:cubicBezTo>
                <a:lnTo>
                  <a:pt x="9871" y="1025"/>
                </a:lnTo>
                <a:lnTo>
                  <a:pt x="9871" y="168"/>
                </a:lnTo>
                <a:cubicBezTo>
                  <a:pt x="9871" y="108"/>
                  <a:pt x="9823" y="49"/>
                  <a:pt x="9764" y="13"/>
                </a:cubicBezTo>
                <a:cubicBezTo>
                  <a:pt x="9744" y="5"/>
                  <a:pt x="9723" y="1"/>
                  <a:pt x="970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8" name="Google Shape;788;p49"/>
          <p:cNvGrpSpPr/>
          <p:nvPr/>
        </p:nvGrpSpPr>
        <p:grpSpPr>
          <a:xfrm>
            <a:off x="5947562" y="1776417"/>
            <a:ext cx="550290" cy="550952"/>
            <a:chOff x="3725461" y="2444712"/>
            <a:chExt cx="334279" cy="334661"/>
          </a:xfrm>
        </p:grpSpPr>
        <p:sp>
          <p:nvSpPr>
            <p:cNvPr id="789" name="Google Shape;789;p49"/>
            <p:cNvSpPr/>
            <p:nvPr/>
          </p:nvSpPr>
          <p:spPr>
            <a:xfrm>
              <a:off x="3939200" y="2554239"/>
              <a:ext cx="53092" cy="53092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34"/>
                  </a:moveTo>
                  <a:cubicBezTo>
                    <a:pt x="1108" y="334"/>
                    <a:pt x="1334" y="548"/>
                    <a:pt x="1334" y="834"/>
                  </a:cubicBezTo>
                  <a:cubicBezTo>
                    <a:pt x="1334" y="1119"/>
                    <a:pt x="1108" y="1346"/>
                    <a:pt x="834" y="1346"/>
                  </a:cubicBezTo>
                  <a:cubicBezTo>
                    <a:pt x="548" y="1346"/>
                    <a:pt x="322" y="1119"/>
                    <a:pt x="322" y="834"/>
                  </a:cubicBezTo>
                  <a:cubicBezTo>
                    <a:pt x="322" y="548"/>
                    <a:pt x="548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70" y="0"/>
                    <a:pt x="0" y="369"/>
                    <a:pt x="0" y="834"/>
                  </a:cubicBezTo>
                  <a:cubicBezTo>
                    <a:pt x="0" y="1298"/>
                    <a:pt x="370" y="1667"/>
                    <a:pt x="834" y="1667"/>
                  </a:cubicBezTo>
                  <a:cubicBezTo>
                    <a:pt x="1286" y="1667"/>
                    <a:pt x="1667" y="1298"/>
                    <a:pt x="1667" y="834"/>
                  </a:cubicBezTo>
                  <a:cubicBezTo>
                    <a:pt x="1667" y="369"/>
                    <a:pt x="1286" y="0"/>
                    <a:pt x="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9"/>
            <p:cNvSpPr/>
            <p:nvPr/>
          </p:nvSpPr>
          <p:spPr>
            <a:xfrm>
              <a:off x="3941078" y="2618281"/>
              <a:ext cx="68625" cy="49305"/>
            </a:xfrm>
            <a:custGeom>
              <a:avLst/>
              <a:gdLst/>
              <a:ahLst/>
              <a:cxnLst/>
              <a:rect l="l" t="t" r="r" b="b"/>
              <a:pathLst>
                <a:path w="2156" h="1549" extrusionOk="0">
                  <a:moveTo>
                    <a:pt x="775" y="0"/>
                  </a:moveTo>
                  <a:cubicBezTo>
                    <a:pt x="549" y="0"/>
                    <a:pt x="311" y="60"/>
                    <a:pt x="120" y="167"/>
                  </a:cubicBezTo>
                  <a:cubicBezTo>
                    <a:pt x="37" y="203"/>
                    <a:pt x="1" y="310"/>
                    <a:pt x="37" y="381"/>
                  </a:cubicBezTo>
                  <a:cubicBezTo>
                    <a:pt x="72" y="443"/>
                    <a:pt x="140" y="479"/>
                    <a:pt x="201" y="479"/>
                  </a:cubicBezTo>
                  <a:cubicBezTo>
                    <a:pt x="223" y="479"/>
                    <a:pt x="244" y="474"/>
                    <a:pt x="263" y="465"/>
                  </a:cubicBezTo>
                  <a:cubicBezTo>
                    <a:pt x="418" y="381"/>
                    <a:pt x="596" y="346"/>
                    <a:pt x="751" y="346"/>
                  </a:cubicBezTo>
                  <a:cubicBezTo>
                    <a:pt x="1275" y="346"/>
                    <a:pt x="1704" y="727"/>
                    <a:pt x="1799" y="1215"/>
                  </a:cubicBezTo>
                  <a:lnTo>
                    <a:pt x="751" y="1215"/>
                  </a:lnTo>
                  <a:cubicBezTo>
                    <a:pt x="668" y="1215"/>
                    <a:pt x="584" y="1298"/>
                    <a:pt x="584" y="1382"/>
                  </a:cubicBezTo>
                  <a:cubicBezTo>
                    <a:pt x="584" y="1477"/>
                    <a:pt x="668" y="1548"/>
                    <a:pt x="751" y="1548"/>
                  </a:cubicBezTo>
                  <a:lnTo>
                    <a:pt x="1977" y="1548"/>
                  </a:lnTo>
                  <a:cubicBezTo>
                    <a:pt x="2061" y="1548"/>
                    <a:pt x="2144" y="1477"/>
                    <a:pt x="2144" y="1382"/>
                  </a:cubicBezTo>
                  <a:cubicBezTo>
                    <a:pt x="2156" y="620"/>
                    <a:pt x="1525" y="0"/>
                    <a:pt x="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9"/>
            <p:cNvSpPr/>
            <p:nvPr/>
          </p:nvSpPr>
          <p:spPr>
            <a:xfrm>
              <a:off x="3775116" y="2618281"/>
              <a:ext cx="68625" cy="49305"/>
            </a:xfrm>
            <a:custGeom>
              <a:avLst/>
              <a:gdLst/>
              <a:ahLst/>
              <a:cxnLst/>
              <a:rect l="l" t="t" r="r" b="b"/>
              <a:pathLst>
                <a:path w="2156" h="1549" extrusionOk="0">
                  <a:moveTo>
                    <a:pt x="1381" y="0"/>
                  </a:moveTo>
                  <a:cubicBezTo>
                    <a:pt x="631" y="0"/>
                    <a:pt x="0" y="620"/>
                    <a:pt x="0" y="1382"/>
                  </a:cubicBezTo>
                  <a:cubicBezTo>
                    <a:pt x="0" y="1477"/>
                    <a:pt x="71" y="1548"/>
                    <a:pt x="167" y="1548"/>
                  </a:cubicBezTo>
                  <a:lnTo>
                    <a:pt x="1405" y="1548"/>
                  </a:lnTo>
                  <a:cubicBezTo>
                    <a:pt x="1488" y="1548"/>
                    <a:pt x="1560" y="1477"/>
                    <a:pt x="1560" y="1382"/>
                  </a:cubicBezTo>
                  <a:cubicBezTo>
                    <a:pt x="1560" y="1298"/>
                    <a:pt x="1500" y="1215"/>
                    <a:pt x="1417" y="1215"/>
                  </a:cubicBezTo>
                  <a:lnTo>
                    <a:pt x="357" y="1215"/>
                  </a:lnTo>
                  <a:cubicBezTo>
                    <a:pt x="429" y="715"/>
                    <a:pt x="881" y="346"/>
                    <a:pt x="1405" y="346"/>
                  </a:cubicBezTo>
                  <a:cubicBezTo>
                    <a:pt x="1584" y="346"/>
                    <a:pt x="1738" y="381"/>
                    <a:pt x="1893" y="465"/>
                  </a:cubicBezTo>
                  <a:cubicBezTo>
                    <a:pt x="1914" y="475"/>
                    <a:pt x="1938" y="481"/>
                    <a:pt x="1962" y="481"/>
                  </a:cubicBezTo>
                  <a:cubicBezTo>
                    <a:pt x="2022" y="481"/>
                    <a:pt x="2086" y="449"/>
                    <a:pt x="2119" y="381"/>
                  </a:cubicBezTo>
                  <a:cubicBezTo>
                    <a:pt x="2155" y="310"/>
                    <a:pt x="2131" y="203"/>
                    <a:pt x="2036" y="167"/>
                  </a:cubicBezTo>
                  <a:cubicBezTo>
                    <a:pt x="1846" y="60"/>
                    <a:pt x="1607" y="0"/>
                    <a:pt x="1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9"/>
            <p:cNvSpPr/>
            <p:nvPr/>
          </p:nvSpPr>
          <p:spPr>
            <a:xfrm>
              <a:off x="3793291" y="2554239"/>
              <a:ext cx="53092" cy="53092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34"/>
                  </a:moveTo>
                  <a:cubicBezTo>
                    <a:pt x="1108" y="334"/>
                    <a:pt x="1334" y="548"/>
                    <a:pt x="1334" y="834"/>
                  </a:cubicBezTo>
                  <a:cubicBezTo>
                    <a:pt x="1334" y="1119"/>
                    <a:pt x="1108" y="1346"/>
                    <a:pt x="834" y="1346"/>
                  </a:cubicBezTo>
                  <a:cubicBezTo>
                    <a:pt x="548" y="1346"/>
                    <a:pt x="322" y="1119"/>
                    <a:pt x="322" y="834"/>
                  </a:cubicBezTo>
                  <a:cubicBezTo>
                    <a:pt x="322" y="548"/>
                    <a:pt x="560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70" y="0"/>
                    <a:pt x="1" y="369"/>
                    <a:pt x="1" y="834"/>
                  </a:cubicBezTo>
                  <a:cubicBezTo>
                    <a:pt x="1" y="1298"/>
                    <a:pt x="370" y="1667"/>
                    <a:pt x="834" y="1667"/>
                  </a:cubicBezTo>
                  <a:cubicBezTo>
                    <a:pt x="1286" y="1667"/>
                    <a:pt x="1667" y="1298"/>
                    <a:pt x="1667" y="834"/>
                  </a:cubicBezTo>
                  <a:cubicBezTo>
                    <a:pt x="1667" y="369"/>
                    <a:pt x="1286" y="0"/>
                    <a:pt x="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9"/>
            <p:cNvSpPr/>
            <p:nvPr/>
          </p:nvSpPr>
          <p:spPr>
            <a:xfrm>
              <a:off x="3858097" y="2540584"/>
              <a:ext cx="69007" cy="69007"/>
            </a:xfrm>
            <a:custGeom>
              <a:avLst/>
              <a:gdLst/>
              <a:ahLst/>
              <a:cxnLst/>
              <a:rect l="l" t="t" r="r" b="b"/>
              <a:pathLst>
                <a:path w="2168" h="2168" extrusionOk="0">
                  <a:moveTo>
                    <a:pt x="1084" y="346"/>
                  </a:moveTo>
                  <a:cubicBezTo>
                    <a:pt x="1501" y="346"/>
                    <a:pt x="1834" y="667"/>
                    <a:pt x="1834" y="1084"/>
                  </a:cubicBezTo>
                  <a:cubicBezTo>
                    <a:pt x="1834" y="1501"/>
                    <a:pt x="1501" y="1834"/>
                    <a:pt x="1084" y="1834"/>
                  </a:cubicBezTo>
                  <a:cubicBezTo>
                    <a:pt x="667" y="1834"/>
                    <a:pt x="346" y="1501"/>
                    <a:pt x="346" y="1084"/>
                  </a:cubicBezTo>
                  <a:cubicBezTo>
                    <a:pt x="346" y="667"/>
                    <a:pt x="667" y="346"/>
                    <a:pt x="1084" y="346"/>
                  </a:cubicBezTo>
                  <a:close/>
                  <a:moveTo>
                    <a:pt x="1084" y="1"/>
                  </a:moveTo>
                  <a:cubicBezTo>
                    <a:pt x="489" y="1"/>
                    <a:pt x="1" y="489"/>
                    <a:pt x="1" y="1084"/>
                  </a:cubicBezTo>
                  <a:cubicBezTo>
                    <a:pt x="1" y="1679"/>
                    <a:pt x="489" y="2168"/>
                    <a:pt x="1084" y="2168"/>
                  </a:cubicBezTo>
                  <a:cubicBezTo>
                    <a:pt x="1679" y="2168"/>
                    <a:pt x="2167" y="1679"/>
                    <a:pt x="2167" y="1084"/>
                  </a:cubicBezTo>
                  <a:cubicBezTo>
                    <a:pt x="2167" y="489"/>
                    <a:pt x="1679" y="1"/>
                    <a:pt x="10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9"/>
            <p:cNvSpPr/>
            <p:nvPr/>
          </p:nvSpPr>
          <p:spPr>
            <a:xfrm>
              <a:off x="3834224" y="2620159"/>
              <a:ext cx="116752" cy="63342"/>
            </a:xfrm>
            <a:custGeom>
              <a:avLst/>
              <a:gdLst/>
              <a:ahLst/>
              <a:cxnLst/>
              <a:rect l="l" t="t" r="r" b="b"/>
              <a:pathLst>
                <a:path w="3668" h="1990" extrusionOk="0">
                  <a:moveTo>
                    <a:pt x="1834" y="322"/>
                  </a:moveTo>
                  <a:cubicBezTo>
                    <a:pt x="2596" y="322"/>
                    <a:pt x="3239" y="906"/>
                    <a:pt x="3310" y="1656"/>
                  </a:cubicBezTo>
                  <a:lnTo>
                    <a:pt x="358" y="1656"/>
                  </a:lnTo>
                  <a:cubicBezTo>
                    <a:pt x="453" y="906"/>
                    <a:pt x="1072" y="322"/>
                    <a:pt x="1834" y="322"/>
                  </a:cubicBezTo>
                  <a:close/>
                  <a:moveTo>
                    <a:pt x="1834" y="1"/>
                  </a:moveTo>
                  <a:cubicBezTo>
                    <a:pt x="822" y="1"/>
                    <a:pt x="0" y="823"/>
                    <a:pt x="0" y="1835"/>
                  </a:cubicBezTo>
                  <a:cubicBezTo>
                    <a:pt x="0" y="1918"/>
                    <a:pt x="84" y="1989"/>
                    <a:pt x="167" y="1989"/>
                  </a:cubicBezTo>
                  <a:lnTo>
                    <a:pt x="3489" y="1989"/>
                  </a:lnTo>
                  <a:cubicBezTo>
                    <a:pt x="3572" y="1989"/>
                    <a:pt x="3656" y="1918"/>
                    <a:pt x="3656" y="1835"/>
                  </a:cubicBezTo>
                  <a:cubicBezTo>
                    <a:pt x="3668" y="823"/>
                    <a:pt x="2846" y="1"/>
                    <a:pt x="18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9"/>
            <p:cNvSpPr/>
            <p:nvPr/>
          </p:nvSpPr>
          <p:spPr>
            <a:xfrm>
              <a:off x="3725461" y="2444712"/>
              <a:ext cx="334279" cy="334661"/>
            </a:xfrm>
            <a:custGeom>
              <a:avLst/>
              <a:gdLst/>
              <a:ahLst/>
              <a:cxnLst/>
              <a:rect l="l" t="t" r="r" b="b"/>
              <a:pathLst>
                <a:path w="10502" h="10514" extrusionOk="0">
                  <a:moveTo>
                    <a:pt x="5418" y="905"/>
                  </a:moveTo>
                  <a:cubicBezTo>
                    <a:pt x="7680" y="1001"/>
                    <a:pt x="9513" y="2834"/>
                    <a:pt x="9597" y="5096"/>
                  </a:cubicBezTo>
                  <a:lnTo>
                    <a:pt x="9192" y="5096"/>
                  </a:lnTo>
                  <a:cubicBezTo>
                    <a:pt x="9109" y="5096"/>
                    <a:pt x="9037" y="5168"/>
                    <a:pt x="9037" y="5263"/>
                  </a:cubicBezTo>
                  <a:cubicBezTo>
                    <a:pt x="9037" y="5346"/>
                    <a:pt x="9109" y="5418"/>
                    <a:pt x="9192" y="5418"/>
                  </a:cubicBezTo>
                  <a:lnTo>
                    <a:pt x="9597" y="5418"/>
                  </a:lnTo>
                  <a:cubicBezTo>
                    <a:pt x="9513" y="7704"/>
                    <a:pt x="7692" y="9525"/>
                    <a:pt x="5418" y="9609"/>
                  </a:cubicBezTo>
                  <a:lnTo>
                    <a:pt x="5418" y="9204"/>
                  </a:lnTo>
                  <a:cubicBezTo>
                    <a:pt x="5418" y="9109"/>
                    <a:pt x="5346" y="9037"/>
                    <a:pt x="5251" y="9037"/>
                  </a:cubicBezTo>
                  <a:cubicBezTo>
                    <a:pt x="5168" y="9037"/>
                    <a:pt x="5084" y="9109"/>
                    <a:pt x="5084" y="9204"/>
                  </a:cubicBezTo>
                  <a:lnTo>
                    <a:pt x="5084" y="9609"/>
                  </a:lnTo>
                  <a:cubicBezTo>
                    <a:pt x="2822" y="9513"/>
                    <a:pt x="1000" y="7680"/>
                    <a:pt x="905" y="5418"/>
                  </a:cubicBezTo>
                  <a:lnTo>
                    <a:pt x="1310" y="5418"/>
                  </a:lnTo>
                  <a:cubicBezTo>
                    <a:pt x="1393" y="5418"/>
                    <a:pt x="1477" y="5346"/>
                    <a:pt x="1477" y="5263"/>
                  </a:cubicBezTo>
                  <a:cubicBezTo>
                    <a:pt x="1477" y="5168"/>
                    <a:pt x="1393" y="5096"/>
                    <a:pt x="1310" y="5096"/>
                  </a:cubicBezTo>
                  <a:lnTo>
                    <a:pt x="905" y="5096"/>
                  </a:lnTo>
                  <a:cubicBezTo>
                    <a:pt x="1000" y="2834"/>
                    <a:pt x="2822" y="1001"/>
                    <a:pt x="5084" y="905"/>
                  </a:cubicBezTo>
                  <a:lnTo>
                    <a:pt x="5084" y="1310"/>
                  </a:lnTo>
                  <a:cubicBezTo>
                    <a:pt x="5084" y="1405"/>
                    <a:pt x="5168" y="1477"/>
                    <a:pt x="5251" y="1477"/>
                  </a:cubicBezTo>
                  <a:cubicBezTo>
                    <a:pt x="5346" y="1477"/>
                    <a:pt x="5418" y="1405"/>
                    <a:pt x="5418" y="1310"/>
                  </a:cubicBezTo>
                  <a:lnTo>
                    <a:pt x="5418" y="905"/>
                  </a:lnTo>
                  <a:close/>
                  <a:moveTo>
                    <a:pt x="5251" y="0"/>
                  </a:moveTo>
                  <a:cubicBezTo>
                    <a:pt x="5168" y="0"/>
                    <a:pt x="5084" y="84"/>
                    <a:pt x="5084" y="167"/>
                  </a:cubicBezTo>
                  <a:lnTo>
                    <a:pt x="5084" y="572"/>
                  </a:lnTo>
                  <a:cubicBezTo>
                    <a:pt x="2632" y="655"/>
                    <a:pt x="655" y="2644"/>
                    <a:pt x="560" y="5096"/>
                  </a:cubicBezTo>
                  <a:lnTo>
                    <a:pt x="167" y="5096"/>
                  </a:lnTo>
                  <a:cubicBezTo>
                    <a:pt x="72" y="5096"/>
                    <a:pt x="0" y="5168"/>
                    <a:pt x="0" y="5263"/>
                  </a:cubicBezTo>
                  <a:cubicBezTo>
                    <a:pt x="0" y="5346"/>
                    <a:pt x="72" y="5418"/>
                    <a:pt x="167" y="5418"/>
                  </a:cubicBezTo>
                  <a:lnTo>
                    <a:pt x="560" y="5418"/>
                  </a:lnTo>
                  <a:cubicBezTo>
                    <a:pt x="655" y="7882"/>
                    <a:pt x="2632" y="9859"/>
                    <a:pt x="5084" y="9942"/>
                  </a:cubicBezTo>
                  <a:lnTo>
                    <a:pt x="5084" y="10347"/>
                  </a:lnTo>
                  <a:cubicBezTo>
                    <a:pt x="5084" y="10442"/>
                    <a:pt x="5168" y="10514"/>
                    <a:pt x="5251" y="10514"/>
                  </a:cubicBezTo>
                  <a:cubicBezTo>
                    <a:pt x="5346" y="10514"/>
                    <a:pt x="5418" y="10442"/>
                    <a:pt x="5418" y="10347"/>
                  </a:cubicBezTo>
                  <a:lnTo>
                    <a:pt x="5418" y="9942"/>
                  </a:lnTo>
                  <a:cubicBezTo>
                    <a:pt x="7870" y="9859"/>
                    <a:pt x="9847" y="7882"/>
                    <a:pt x="9942" y="5418"/>
                  </a:cubicBezTo>
                  <a:lnTo>
                    <a:pt x="10347" y="5418"/>
                  </a:lnTo>
                  <a:cubicBezTo>
                    <a:pt x="10430" y="5418"/>
                    <a:pt x="10502" y="5346"/>
                    <a:pt x="10502" y="5263"/>
                  </a:cubicBezTo>
                  <a:cubicBezTo>
                    <a:pt x="10502" y="5168"/>
                    <a:pt x="10442" y="5096"/>
                    <a:pt x="10347" y="5096"/>
                  </a:cubicBezTo>
                  <a:lnTo>
                    <a:pt x="9942" y="5096"/>
                  </a:lnTo>
                  <a:cubicBezTo>
                    <a:pt x="9847" y="2644"/>
                    <a:pt x="7870" y="655"/>
                    <a:pt x="5418" y="572"/>
                  </a:cubicBezTo>
                  <a:lnTo>
                    <a:pt x="5418" y="167"/>
                  </a:lnTo>
                  <a:cubicBezTo>
                    <a:pt x="5418" y="84"/>
                    <a:pt x="5346" y="0"/>
                    <a:pt x="5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90A0BE37-F5B4-6E26-B031-D72CE2D5C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07" y="568635"/>
            <a:ext cx="3216882" cy="237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81C014D-FC84-4F40-F2D4-1ED5F5B34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858" y="1528015"/>
            <a:ext cx="4195528" cy="3142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1" name="Google Shape;801;p50"/>
          <p:cNvSpPr txBox="1">
            <a:spLocks noGrp="1"/>
          </p:cNvSpPr>
          <p:nvPr>
            <p:ph type="subTitle" idx="4"/>
          </p:nvPr>
        </p:nvSpPr>
        <p:spPr>
          <a:xfrm>
            <a:off x="909913" y="2451725"/>
            <a:ext cx="2175300" cy="4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2" name="Google Shape;802;p50"/>
          <p:cNvSpPr txBox="1">
            <a:spLocks noGrp="1"/>
          </p:cNvSpPr>
          <p:nvPr>
            <p:ph type="subTitle" idx="5"/>
          </p:nvPr>
        </p:nvSpPr>
        <p:spPr>
          <a:xfrm>
            <a:off x="3466359" y="3011150"/>
            <a:ext cx="2175300" cy="4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3" name="Google Shape;803;p50"/>
          <p:cNvSpPr txBox="1">
            <a:spLocks noGrp="1"/>
          </p:cNvSpPr>
          <p:nvPr>
            <p:ph type="subTitle" idx="1"/>
          </p:nvPr>
        </p:nvSpPr>
        <p:spPr>
          <a:xfrm>
            <a:off x="901663" y="2953775"/>
            <a:ext cx="21918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4" name="Google Shape;804;p50"/>
          <p:cNvSpPr txBox="1">
            <a:spLocks noGrp="1"/>
          </p:cNvSpPr>
          <p:nvPr>
            <p:ph type="subTitle" idx="2"/>
          </p:nvPr>
        </p:nvSpPr>
        <p:spPr>
          <a:xfrm>
            <a:off x="3458109" y="3513200"/>
            <a:ext cx="21918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5" name="Google Shape;805;p50"/>
          <p:cNvSpPr txBox="1">
            <a:spLocks noGrp="1"/>
          </p:cNvSpPr>
          <p:nvPr>
            <p:ph type="subTitle" idx="3"/>
          </p:nvPr>
        </p:nvSpPr>
        <p:spPr>
          <a:xfrm>
            <a:off x="6552581" y="3127782"/>
            <a:ext cx="939514" cy="477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6" name="Google Shape;806;p50"/>
          <p:cNvSpPr txBox="1">
            <a:spLocks noGrp="1"/>
          </p:cNvSpPr>
          <p:nvPr>
            <p:ph type="subTitle" idx="6"/>
          </p:nvPr>
        </p:nvSpPr>
        <p:spPr>
          <a:xfrm>
            <a:off x="6022809" y="2451725"/>
            <a:ext cx="2175300" cy="4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810" name="Google Shape;810;p50"/>
          <p:cNvGrpSpPr/>
          <p:nvPr/>
        </p:nvGrpSpPr>
        <p:grpSpPr>
          <a:xfrm>
            <a:off x="1774336" y="1619699"/>
            <a:ext cx="446482" cy="540547"/>
            <a:chOff x="1836637" y="2891510"/>
            <a:chExt cx="286152" cy="346438"/>
          </a:xfrm>
        </p:grpSpPr>
        <p:sp>
          <p:nvSpPr>
            <p:cNvPr id="811" name="Google Shape;811;p50"/>
            <p:cNvSpPr/>
            <p:nvPr/>
          </p:nvSpPr>
          <p:spPr>
            <a:xfrm>
              <a:off x="1836637" y="3059413"/>
              <a:ext cx="286152" cy="178534"/>
            </a:xfrm>
            <a:custGeom>
              <a:avLst/>
              <a:gdLst/>
              <a:ahLst/>
              <a:cxnLst/>
              <a:rect l="l" t="t" r="r" b="b"/>
              <a:pathLst>
                <a:path w="8990" h="5609" extrusionOk="0">
                  <a:moveTo>
                    <a:pt x="3072" y="322"/>
                  </a:moveTo>
                  <a:cubicBezTo>
                    <a:pt x="3156" y="322"/>
                    <a:pt x="3251" y="357"/>
                    <a:pt x="3322" y="429"/>
                  </a:cubicBezTo>
                  <a:cubicBezTo>
                    <a:pt x="3382" y="488"/>
                    <a:pt x="3430" y="572"/>
                    <a:pt x="3430" y="679"/>
                  </a:cubicBezTo>
                  <a:lnTo>
                    <a:pt x="3430" y="1108"/>
                  </a:lnTo>
                  <a:cubicBezTo>
                    <a:pt x="3406" y="1286"/>
                    <a:pt x="3311" y="1453"/>
                    <a:pt x="3144" y="1560"/>
                  </a:cubicBezTo>
                  <a:cubicBezTo>
                    <a:pt x="3096" y="1584"/>
                    <a:pt x="3072" y="1631"/>
                    <a:pt x="3072" y="1691"/>
                  </a:cubicBezTo>
                  <a:lnTo>
                    <a:pt x="3072" y="1870"/>
                  </a:lnTo>
                  <a:lnTo>
                    <a:pt x="2715" y="1870"/>
                  </a:lnTo>
                  <a:lnTo>
                    <a:pt x="2715" y="1691"/>
                  </a:lnTo>
                  <a:cubicBezTo>
                    <a:pt x="2715" y="1631"/>
                    <a:pt x="2679" y="1584"/>
                    <a:pt x="2632" y="1560"/>
                  </a:cubicBezTo>
                  <a:cubicBezTo>
                    <a:pt x="2477" y="1465"/>
                    <a:pt x="2370" y="1286"/>
                    <a:pt x="2370" y="1108"/>
                  </a:cubicBezTo>
                  <a:lnTo>
                    <a:pt x="2370" y="679"/>
                  </a:lnTo>
                  <a:cubicBezTo>
                    <a:pt x="2370" y="488"/>
                    <a:pt x="2537" y="322"/>
                    <a:pt x="2727" y="322"/>
                  </a:cubicBezTo>
                  <a:close/>
                  <a:moveTo>
                    <a:pt x="6132" y="322"/>
                  </a:moveTo>
                  <a:cubicBezTo>
                    <a:pt x="6228" y="322"/>
                    <a:pt x="6311" y="357"/>
                    <a:pt x="6382" y="429"/>
                  </a:cubicBezTo>
                  <a:cubicBezTo>
                    <a:pt x="6442" y="488"/>
                    <a:pt x="6489" y="572"/>
                    <a:pt x="6489" y="679"/>
                  </a:cubicBezTo>
                  <a:lnTo>
                    <a:pt x="6489" y="1108"/>
                  </a:lnTo>
                  <a:cubicBezTo>
                    <a:pt x="6478" y="1286"/>
                    <a:pt x="6370" y="1453"/>
                    <a:pt x="6204" y="1560"/>
                  </a:cubicBezTo>
                  <a:cubicBezTo>
                    <a:pt x="6168" y="1584"/>
                    <a:pt x="6132" y="1631"/>
                    <a:pt x="6132" y="1691"/>
                  </a:cubicBezTo>
                  <a:lnTo>
                    <a:pt x="6132" y="1870"/>
                  </a:lnTo>
                  <a:lnTo>
                    <a:pt x="5775" y="1870"/>
                  </a:lnTo>
                  <a:lnTo>
                    <a:pt x="5775" y="1691"/>
                  </a:lnTo>
                  <a:cubicBezTo>
                    <a:pt x="5775" y="1631"/>
                    <a:pt x="5751" y="1584"/>
                    <a:pt x="5704" y="1560"/>
                  </a:cubicBezTo>
                  <a:cubicBezTo>
                    <a:pt x="5537" y="1465"/>
                    <a:pt x="5430" y="1286"/>
                    <a:pt x="5430" y="1108"/>
                  </a:cubicBezTo>
                  <a:lnTo>
                    <a:pt x="5430" y="679"/>
                  </a:lnTo>
                  <a:cubicBezTo>
                    <a:pt x="5430" y="488"/>
                    <a:pt x="5597" y="322"/>
                    <a:pt x="5787" y="322"/>
                  </a:cubicBezTo>
                  <a:close/>
                  <a:moveTo>
                    <a:pt x="1536" y="2024"/>
                  </a:moveTo>
                  <a:cubicBezTo>
                    <a:pt x="1620" y="2024"/>
                    <a:pt x="1715" y="2048"/>
                    <a:pt x="1787" y="2120"/>
                  </a:cubicBezTo>
                  <a:cubicBezTo>
                    <a:pt x="1846" y="2179"/>
                    <a:pt x="1894" y="2274"/>
                    <a:pt x="1894" y="2382"/>
                  </a:cubicBezTo>
                  <a:lnTo>
                    <a:pt x="1894" y="2810"/>
                  </a:lnTo>
                  <a:lnTo>
                    <a:pt x="1882" y="2810"/>
                  </a:lnTo>
                  <a:cubicBezTo>
                    <a:pt x="1882" y="2989"/>
                    <a:pt x="1775" y="3167"/>
                    <a:pt x="1608" y="3251"/>
                  </a:cubicBezTo>
                  <a:cubicBezTo>
                    <a:pt x="1560" y="3286"/>
                    <a:pt x="1536" y="3334"/>
                    <a:pt x="1536" y="3382"/>
                  </a:cubicBezTo>
                  <a:lnTo>
                    <a:pt x="1536" y="3572"/>
                  </a:lnTo>
                  <a:lnTo>
                    <a:pt x="1179" y="3572"/>
                  </a:lnTo>
                  <a:lnTo>
                    <a:pt x="1179" y="3382"/>
                  </a:lnTo>
                  <a:cubicBezTo>
                    <a:pt x="1179" y="3334"/>
                    <a:pt x="1144" y="3286"/>
                    <a:pt x="1108" y="3251"/>
                  </a:cubicBezTo>
                  <a:cubicBezTo>
                    <a:pt x="941" y="3167"/>
                    <a:pt x="834" y="2989"/>
                    <a:pt x="834" y="2810"/>
                  </a:cubicBezTo>
                  <a:lnTo>
                    <a:pt x="834" y="2382"/>
                  </a:lnTo>
                  <a:cubicBezTo>
                    <a:pt x="834" y="2179"/>
                    <a:pt x="1001" y="2024"/>
                    <a:pt x="1191" y="2024"/>
                  </a:cubicBezTo>
                  <a:close/>
                  <a:moveTo>
                    <a:pt x="4596" y="2024"/>
                  </a:moveTo>
                  <a:cubicBezTo>
                    <a:pt x="4692" y="2024"/>
                    <a:pt x="4775" y="2048"/>
                    <a:pt x="4858" y="2120"/>
                  </a:cubicBezTo>
                  <a:cubicBezTo>
                    <a:pt x="4918" y="2179"/>
                    <a:pt x="4954" y="2274"/>
                    <a:pt x="4954" y="2382"/>
                  </a:cubicBezTo>
                  <a:lnTo>
                    <a:pt x="4954" y="2810"/>
                  </a:lnTo>
                  <a:cubicBezTo>
                    <a:pt x="4942" y="3001"/>
                    <a:pt x="4835" y="3167"/>
                    <a:pt x="4680" y="3251"/>
                  </a:cubicBezTo>
                  <a:cubicBezTo>
                    <a:pt x="4632" y="3286"/>
                    <a:pt x="4596" y="3334"/>
                    <a:pt x="4596" y="3382"/>
                  </a:cubicBezTo>
                  <a:lnTo>
                    <a:pt x="4596" y="3572"/>
                  </a:lnTo>
                  <a:lnTo>
                    <a:pt x="4239" y="3572"/>
                  </a:lnTo>
                  <a:lnTo>
                    <a:pt x="4239" y="3382"/>
                  </a:lnTo>
                  <a:cubicBezTo>
                    <a:pt x="4239" y="3334"/>
                    <a:pt x="4215" y="3286"/>
                    <a:pt x="4168" y="3251"/>
                  </a:cubicBezTo>
                  <a:cubicBezTo>
                    <a:pt x="4001" y="3167"/>
                    <a:pt x="3906" y="2989"/>
                    <a:pt x="3906" y="2810"/>
                  </a:cubicBezTo>
                  <a:lnTo>
                    <a:pt x="3906" y="2382"/>
                  </a:lnTo>
                  <a:cubicBezTo>
                    <a:pt x="3906" y="2179"/>
                    <a:pt x="4061" y="2024"/>
                    <a:pt x="4263" y="2024"/>
                  </a:cubicBezTo>
                  <a:close/>
                  <a:moveTo>
                    <a:pt x="7668" y="2024"/>
                  </a:moveTo>
                  <a:cubicBezTo>
                    <a:pt x="7752" y="2024"/>
                    <a:pt x="7847" y="2048"/>
                    <a:pt x="7918" y="2120"/>
                  </a:cubicBezTo>
                  <a:cubicBezTo>
                    <a:pt x="7978" y="2179"/>
                    <a:pt x="8025" y="2274"/>
                    <a:pt x="8025" y="2382"/>
                  </a:cubicBezTo>
                  <a:lnTo>
                    <a:pt x="8025" y="2810"/>
                  </a:lnTo>
                  <a:cubicBezTo>
                    <a:pt x="8013" y="3001"/>
                    <a:pt x="7906" y="3167"/>
                    <a:pt x="7740" y="3251"/>
                  </a:cubicBezTo>
                  <a:cubicBezTo>
                    <a:pt x="7692" y="3286"/>
                    <a:pt x="7668" y="3334"/>
                    <a:pt x="7668" y="3382"/>
                  </a:cubicBezTo>
                  <a:lnTo>
                    <a:pt x="7668" y="3572"/>
                  </a:lnTo>
                  <a:lnTo>
                    <a:pt x="7311" y="3572"/>
                  </a:lnTo>
                  <a:lnTo>
                    <a:pt x="7311" y="3382"/>
                  </a:lnTo>
                  <a:cubicBezTo>
                    <a:pt x="7311" y="3334"/>
                    <a:pt x="7275" y="3286"/>
                    <a:pt x="7240" y="3251"/>
                  </a:cubicBezTo>
                  <a:cubicBezTo>
                    <a:pt x="7073" y="3167"/>
                    <a:pt x="6966" y="2989"/>
                    <a:pt x="6966" y="2810"/>
                  </a:cubicBezTo>
                  <a:lnTo>
                    <a:pt x="6966" y="2382"/>
                  </a:lnTo>
                  <a:cubicBezTo>
                    <a:pt x="6966" y="2179"/>
                    <a:pt x="7132" y="2024"/>
                    <a:pt x="7323" y="2024"/>
                  </a:cubicBezTo>
                  <a:close/>
                  <a:moveTo>
                    <a:pt x="2715" y="0"/>
                  </a:moveTo>
                  <a:cubicBezTo>
                    <a:pt x="2334" y="0"/>
                    <a:pt x="2037" y="298"/>
                    <a:pt x="2037" y="667"/>
                  </a:cubicBezTo>
                  <a:lnTo>
                    <a:pt x="2037" y="1096"/>
                  </a:lnTo>
                  <a:cubicBezTo>
                    <a:pt x="2037" y="1370"/>
                    <a:pt x="2179" y="1620"/>
                    <a:pt x="2382" y="1762"/>
                  </a:cubicBezTo>
                  <a:lnTo>
                    <a:pt x="2382" y="1917"/>
                  </a:lnTo>
                  <a:lnTo>
                    <a:pt x="2096" y="2036"/>
                  </a:lnTo>
                  <a:cubicBezTo>
                    <a:pt x="2072" y="1989"/>
                    <a:pt x="2037" y="1941"/>
                    <a:pt x="2001" y="1905"/>
                  </a:cubicBezTo>
                  <a:cubicBezTo>
                    <a:pt x="1858" y="1786"/>
                    <a:pt x="1703" y="1703"/>
                    <a:pt x="1525" y="1703"/>
                  </a:cubicBezTo>
                  <a:lnTo>
                    <a:pt x="1179" y="1703"/>
                  </a:lnTo>
                  <a:cubicBezTo>
                    <a:pt x="810" y="1703"/>
                    <a:pt x="513" y="2001"/>
                    <a:pt x="513" y="2382"/>
                  </a:cubicBezTo>
                  <a:lnTo>
                    <a:pt x="513" y="2810"/>
                  </a:lnTo>
                  <a:cubicBezTo>
                    <a:pt x="513" y="3072"/>
                    <a:pt x="644" y="3334"/>
                    <a:pt x="846" y="3477"/>
                  </a:cubicBezTo>
                  <a:lnTo>
                    <a:pt x="846" y="3632"/>
                  </a:lnTo>
                  <a:lnTo>
                    <a:pt x="417" y="3810"/>
                  </a:lnTo>
                  <a:cubicBezTo>
                    <a:pt x="167" y="3906"/>
                    <a:pt x="1" y="4144"/>
                    <a:pt x="1" y="4429"/>
                  </a:cubicBezTo>
                  <a:lnTo>
                    <a:pt x="1" y="5441"/>
                  </a:lnTo>
                  <a:cubicBezTo>
                    <a:pt x="1" y="5537"/>
                    <a:pt x="72" y="5608"/>
                    <a:pt x="167" y="5608"/>
                  </a:cubicBezTo>
                  <a:cubicBezTo>
                    <a:pt x="251" y="5608"/>
                    <a:pt x="334" y="5537"/>
                    <a:pt x="334" y="5441"/>
                  </a:cubicBezTo>
                  <a:lnTo>
                    <a:pt x="334" y="4429"/>
                  </a:lnTo>
                  <a:cubicBezTo>
                    <a:pt x="334" y="4287"/>
                    <a:pt x="417" y="4167"/>
                    <a:pt x="548" y="4108"/>
                  </a:cubicBezTo>
                  <a:lnTo>
                    <a:pt x="1060" y="3906"/>
                  </a:lnTo>
                  <a:lnTo>
                    <a:pt x="1679" y="3906"/>
                  </a:lnTo>
                  <a:lnTo>
                    <a:pt x="2191" y="4108"/>
                  </a:lnTo>
                  <a:cubicBezTo>
                    <a:pt x="2322" y="4167"/>
                    <a:pt x="2418" y="4287"/>
                    <a:pt x="2418" y="4429"/>
                  </a:cubicBezTo>
                  <a:lnTo>
                    <a:pt x="2418" y="5441"/>
                  </a:lnTo>
                  <a:cubicBezTo>
                    <a:pt x="2418" y="5537"/>
                    <a:pt x="2489" y="5608"/>
                    <a:pt x="2572" y="5608"/>
                  </a:cubicBezTo>
                  <a:cubicBezTo>
                    <a:pt x="2668" y="5608"/>
                    <a:pt x="2739" y="5537"/>
                    <a:pt x="2739" y="5441"/>
                  </a:cubicBezTo>
                  <a:lnTo>
                    <a:pt x="2739" y="4429"/>
                  </a:lnTo>
                  <a:cubicBezTo>
                    <a:pt x="2739" y="4144"/>
                    <a:pt x="2572" y="3906"/>
                    <a:pt x="2322" y="3810"/>
                  </a:cubicBezTo>
                  <a:lnTo>
                    <a:pt x="1894" y="3632"/>
                  </a:lnTo>
                  <a:lnTo>
                    <a:pt x="1894" y="3477"/>
                  </a:lnTo>
                  <a:cubicBezTo>
                    <a:pt x="2096" y="3310"/>
                    <a:pt x="2239" y="3072"/>
                    <a:pt x="2239" y="2810"/>
                  </a:cubicBezTo>
                  <a:lnTo>
                    <a:pt x="2239" y="2382"/>
                  </a:lnTo>
                  <a:lnTo>
                    <a:pt x="2239" y="2346"/>
                  </a:lnTo>
                  <a:lnTo>
                    <a:pt x="2620" y="2191"/>
                  </a:lnTo>
                  <a:lnTo>
                    <a:pt x="3251" y="2191"/>
                  </a:lnTo>
                  <a:lnTo>
                    <a:pt x="3632" y="2346"/>
                  </a:lnTo>
                  <a:lnTo>
                    <a:pt x="3632" y="2382"/>
                  </a:lnTo>
                  <a:lnTo>
                    <a:pt x="3632" y="2810"/>
                  </a:lnTo>
                  <a:cubicBezTo>
                    <a:pt x="3632" y="3072"/>
                    <a:pt x="3763" y="3334"/>
                    <a:pt x="3977" y="3477"/>
                  </a:cubicBezTo>
                  <a:lnTo>
                    <a:pt x="3977" y="3632"/>
                  </a:lnTo>
                  <a:lnTo>
                    <a:pt x="3549" y="3810"/>
                  </a:lnTo>
                  <a:cubicBezTo>
                    <a:pt x="3287" y="3906"/>
                    <a:pt x="3132" y="4144"/>
                    <a:pt x="3132" y="4429"/>
                  </a:cubicBezTo>
                  <a:lnTo>
                    <a:pt x="3132" y="5441"/>
                  </a:lnTo>
                  <a:cubicBezTo>
                    <a:pt x="3132" y="5537"/>
                    <a:pt x="3203" y="5608"/>
                    <a:pt x="3287" y="5608"/>
                  </a:cubicBezTo>
                  <a:cubicBezTo>
                    <a:pt x="3382" y="5608"/>
                    <a:pt x="3453" y="5537"/>
                    <a:pt x="3453" y="5441"/>
                  </a:cubicBezTo>
                  <a:lnTo>
                    <a:pt x="3453" y="4429"/>
                  </a:lnTo>
                  <a:cubicBezTo>
                    <a:pt x="3453" y="4287"/>
                    <a:pt x="3549" y="4167"/>
                    <a:pt x="3680" y="4108"/>
                  </a:cubicBezTo>
                  <a:lnTo>
                    <a:pt x="4180" y="3906"/>
                  </a:lnTo>
                  <a:lnTo>
                    <a:pt x="4811" y="3906"/>
                  </a:lnTo>
                  <a:lnTo>
                    <a:pt x="5311" y="4108"/>
                  </a:lnTo>
                  <a:cubicBezTo>
                    <a:pt x="5454" y="4167"/>
                    <a:pt x="5537" y="4287"/>
                    <a:pt x="5537" y="4429"/>
                  </a:cubicBezTo>
                  <a:lnTo>
                    <a:pt x="5537" y="5441"/>
                  </a:lnTo>
                  <a:cubicBezTo>
                    <a:pt x="5537" y="5537"/>
                    <a:pt x="5608" y="5608"/>
                    <a:pt x="5704" y="5608"/>
                  </a:cubicBezTo>
                  <a:cubicBezTo>
                    <a:pt x="5787" y="5608"/>
                    <a:pt x="5870" y="5537"/>
                    <a:pt x="5870" y="5441"/>
                  </a:cubicBezTo>
                  <a:lnTo>
                    <a:pt x="5870" y="4429"/>
                  </a:lnTo>
                  <a:cubicBezTo>
                    <a:pt x="5870" y="4144"/>
                    <a:pt x="5704" y="3906"/>
                    <a:pt x="5454" y="3810"/>
                  </a:cubicBezTo>
                  <a:lnTo>
                    <a:pt x="5013" y="3632"/>
                  </a:lnTo>
                  <a:lnTo>
                    <a:pt x="5013" y="3477"/>
                  </a:lnTo>
                  <a:cubicBezTo>
                    <a:pt x="5227" y="3310"/>
                    <a:pt x="5358" y="3072"/>
                    <a:pt x="5358" y="2810"/>
                  </a:cubicBezTo>
                  <a:lnTo>
                    <a:pt x="5358" y="2382"/>
                  </a:lnTo>
                  <a:lnTo>
                    <a:pt x="5358" y="2346"/>
                  </a:lnTo>
                  <a:lnTo>
                    <a:pt x="5751" y="2191"/>
                  </a:lnTo>
                  <a:lnTo>
                    <a:pt x="6370" y="2191"/>
                  </a:lnTo>
                  <a:lnTo>
                    <a:pt x="6763" y="2346"/>
                  </a:lnTo>
                  <a:lnTo>
                    <a:pt x="6763" y="2382"/>
                  </a:lnTo>
                  <a:lnTo>
                    <a:pt x="6763" y="2810"/>
                  </a:lnTo>
                  <a:cubicBezTo>
                    <a:pt x="6763" y="3072"/>
                    <a:pt x="6894" y="3334"/>
                    <a:pt x="7097" y="3477"/>
                  </a:cubicBezTo>
                  <a:lnTo>
                    <a:pt x="7097" y="3632"/>
                  </a:lnTo>
                  <a:lnTo>
                    <a:pt x="6668" y="3810"/>
                  </a:lnTo>
                  <a:cubicBezTo>
                    <a:pt x="6418" y="3906"/>
                    <a:pt x="6251" y="4144"/>
                    <a:pt x="6251" y="4429"/>
                  </a:cubicBezTo>
                  <a:lnTo>
                    <a:pt x="6251" y="5441"/>
                  </a:lnTo>
                  <a:cubicBezTo>
                    <a:pt x="6251" y="5537"/>
                    <a:pt x="6323" y="5608"/>
                    <a:pt x="6418" y="5608"/>
                  </a:cubicBezTo>
                  <a:cubicBezTo>
                    <a:pt x="6501" y="5608"/>
                    <a:pt x="6585" y="5537"/>
                    <a:pt x="6585" y="5441"/>
                  </a:cubicBezTo>
                  <a:lnTo>
                    <a:pt x="6585" y="4429"/>
                  </a:lnTo>
                  <a:cubicBezTo>
                    <a:pt x="6585" y="4287"/>
                    <a:pt x="6668" y="4167"/>
                    <a:pt x="6799" y="4108"/>
                  </a:cubicBezTo>
                  <a:lnTo>
                    <a:pt x="7311" y="3906"/>
                  </a:lnTo>
                  <a:lnTo>
                    <a:pt x="7930" y="3906"/>
                  </a:lnTo>
                  <a:lnTo>
                    <a:pt x="8442" y="4108"/>
                  </a:lnTo>
                  <a:cubicBezTo>
                    <a:pt x="8573" y="4167"/>
                    <a:pt x="8668" y="4287"/>
                    <a:pt x="8668" y="4429"/>
                  </a:cubicBezTo>
                  <a:lnTo>
                    <a:pt x="8668" y="5441"/>
                  </a:lnTo>
                  <a:cubicBezTo>
                    <a:pt x="8668" y="5537"/>
                    <a:pt x="8740" y="5608"/>
                    <a:pt x="8823" y="5608"/>
                  </a:cubicBezTo>
                  <a:cubicBezTo>
                    <a:pt x="8918" y="5608"/>
                    <a:pt x="8990" y="5537"/>
                    <a:pt x="8990" y="5441"/>
                  </a:cubicBezTo>
                  <a:lnTo>
                    <a:pt x="8990" y="4429"/>
                  </a:lnTo>
                  <a:cubicBezTo>
                    <a:pt x="8823" y="4144"/>
                    <a:pt x="8668" y="3906"/>
                    <a:pt x="8406" y="3810"/>
                  </a:cubicBezTo>
                  <a:lnTo>
                    <a:pt x="7978" y="3632"/>
                  </a:lnTo>
                  <a:lnTo>
                    <a:pt x="7978" y="3477"/>
                  </a:lnTo>
                  <a:cubicBezTo>
                    <a:pt x="8192" y="3310"/>
                    <a:pt x="8323" y="3072"/>
                    <a:pt x="8323" y="2810"/>
                  </a:cubicBezTo>
                  <a:lnTo>
                    <a:pt x="8323" y="2382"/>
                  </a:lnTo>
                  <a:cubicBezTo>
                    <a:pt x="8323" y="2191"/>
                    <a:pt x="8252" y="2036"/>
                    <a:pt x="8133" y="1893"/>
                  </a:cubicBezTo>
                  <a:cubicBezTo>
                    <a:pt x="7990" y="1786"/>
                    <a:pt x="7835" y="1703"/>
                    <a:pt x="7656" y="1703"/>
                  </a:cubicBezTo>
                  <a:lnTo>
                    <a:pt x="7311" y="1703"/>
                  </a:lnTo>
                  <a:cubicBezTo>
                    <a:pt x="7073" y="1703"/>
                    <a:pt x="6847" y="1846"/>
                    <a:pt x="6728" y="2036"/>
                  </a:cubicBezTo>
                  <a:lnTo>
                    <a:pt x="6442" y="1917"/>
                  </a:lnTo>
                  <a:lnTo>
                    <a:pt x="6442" y="1762"/>
                  </a:lnTo>
                  <a:cubicBezTo>
                    <a:pt x="6656" y="1608"/>
                    <a:pt x="6787" y="1370"/>
                    <a:pt x="6787" y="1096"/>
                  </a:cubicBezTo>
                  <a:lnTo>
                    <a:pt x="6787" y="667"/>
                  </a:lnTo>
                  <a:cubicBezTo>
                    <a:pt x="6787" y="488"/>
                    <a:pt x="6716" y="322"/>
                    <a:pt x="6597" y="191"/>
                  </a:cubicBezTo>
                  <a:cubicBezTo>
                    <a:pt x="6466" y="72"/>
                    <a:pt x="6299" y="0"/>
                    <a:pt x="6120" y="0"/>
                  </a:cubicBezTo>
                  <a:lnTo>
                    <a:pt x="5775" y="0"/>
                  </a:lnTo>
                  <a:cubicBezTo>
                    <a:pt x="5406" y="0"/>
                    <a:pt x="5108" y="298"/>
                    <a:pt x="5108" y="667"/>
                  </a:cubicBezTo>
                  <a:lnTo>
                    <a:pt x="5108" y="1096"/>
                  </a:lnTo>
                  <a:cubicBezTo>
                    <a:pt x="5108" y="1370"/>
                    <a:pt x="5239" y="1620"/>
                    <a:pt x="5454" y="1762"/>
                  </a:cubicBezTo>
                  <a:lnTo>
                    <a:pt x="5454" y="1917"/>
                  </a:lnTo>
                  <a:lnTo>
                    <a:pt x="5168" y="2036"/>
                  </a:lnTo>
                  <a:cubicBezTo>
                    <a:pt x="5132" y="1989"/>
                    <a:pt x="5108" y="1941"/>
                    <a:pt x="5061" y="1905"/>
                  </a:cubicBezTo>
                  <a:cubicBezTo>
                    <a:pt x="4930" y="1786"/>
                    <a:pt x="4763" y="1703"/>
                    <a:pt x="4584" y="1703"/>
                  </a:cubicBezTo>
                  <a:lnTo>
                    <a:pt x="4239" y="1703"/>
                  </a:lnTo>
                  <a:cubicBezTo>
                    <a:pt x="4001" y="1703"/>
                    <a:pt x="3787" y="1846"/>
                    <a:pt x="3668" y="2036"/>
                  </a:cubicBezTo>
                  <a:lnTo>
                    <a:pt x="3382" y="1917"/>
                  </a:lnTo>
                  <a:lnTo>
                    <a:pt x="3382" y="1762"/>
                  </a:lnTo>
                  <a:cubicBezTo>
                    <a:pt x="3584" y="1608"/>
                    <a:pt x="3727" y="1370"/>
                    <a:pt x="3727" y="1096"/>
                  </a:cubicBezTo>
                  <a:lnTo>
                    <a:pt x="3727" y="667"/>
                  </a:lnTo>
                  <a:cubicBezTo>
                    <a:pt x="3727" y="488"/>
                    <a:pt x="3644" y="322"/>
                    <a:pt x="3525" y="191"/>
                  </a:cubicBezTo>
                  <a:cubicBezTo>
                    <a:pt x="3394" y="72"/>
                    <a:pt x="3227" y="0"/>
                    <a:pt x="3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0"/>
            <p:cNvSpPr/>
            <p:nvPr/>
          </p:nvSpPr>
          <p:spPr>
            <a:xfrm>
              <a:off x="1917740" y="2891510"/>
              <a:ext cx="119394" cy="161474"/>
            </a:xfrm>
            <a:custGeom>
              <a:avLst/>
              <a:gdLst/>
              <a:ahLst/>
              <a:cxnLst/>
              <a:rect l="l" t="t" r="r" b="b"/>
              <a:pathLst>
                <a:path w="3751" h="5073" extrusionOk="0">
                  <a:moveTo>
                    <a:pt x="2036" y="310"/>
                  </a:moveTo>
                  <a:cubicBezTo>
                    <a:pt x="2227" y="310"/>
                    <a:pt x="2394" y="477"/>
                    <a:pt x="2394" y="668"/>
                  </a:cubicBezTo>
                  <a:lnTo>
                    <a:pt x="2394" y="1013"/>
                  </a:lnTo>
                  <a:cubicBezTo>
                    <a:pt x="2394" y="1299"/>
                    <a:pt x="2156" y="1537"/>
                    <a:pt x="1870" y="1537"/>
                  </a:cubicBezTo>
                  <a:cubicBezTo>
                    <a:pt x="1596" y="1537"/>
                    <a:pt x="1334" y="1299"/>
                    <a:pt x="1334" y="1013"/>
                  </a:cubicBezTo>
                  <a:lnTo>
                    <a:pt x="1334" y="668"/>
                  </a:lnTo>
                  <a:cubicBezTo>
                    <a:pt x="1334" y="477"/>
                    <a:pt x="1501" y="310"/>
                    <a:pt x="1691" y="310"/>
                  </a:cubicBezTo>
                  <a:close/>
                  <a:moveTo>
                    <a:pt x="2036" y="1834"/>
                  </a:moveTo>
                  <a:lnTo>
                    <a:pt x="2036" y="1918"/>
                  </a:lnTo>
                  <a:cubicBezTo>
                    <a:pt x="2048" y="1977"/>
                    <a:pt x="2072" y="2037"/>
                    <a:pt x="2096" y="2084"/>
                  </a:cubicBezTo>
                  <a:lnTo>
                    <a:pt x="1870" y="2311"/>
                  </a:lnTo>
                  <a:lnTo>
                    <a:pt x="1858" y="2311"/>
                  </a:lnTo>
                  <a:lnTo>
                    <a:pt x="1632" y="2084"/>
                  </a:lnTo>
                  <a:cubicBezTo>
                    <a:pt x="1667" y="2037"/>
                    <a:pt x="1679" y="1977"/>
                    <a:pt x="1679" y="1918"/>
                  </a:cubicBezTo>
                  <a:lnTo>
                    <a:pt x="1679" y="1834"/>
                  </a:lnTo>
                  <a:cubicBezTo>
                    <a:pt x="1739" y="1846"/>
                    <a:pt x="1798" y="1846"/>
                    <a:pt x="1858" y="1846"/>
                  </a:cubicBezTo>
                  <a:cubicBezTo>
                    <a:pt x="1917" y="1846"/>
                    <a:pt x="1977" y="1846"/>
                    <a:pt x="2036" y="1834"/>
                  </a:cubicBezTo>
                  <a:close/>
                  <a:moveTo>
                    <a:pt x="2382" y="2275"/>
                  </a:moveTo>
                  <a:lnTo>
                    <a:pt x="2668" y="2406"/>
                  </a:lnTo>
                  <a:cubicBezTo>
                    <a:pt x="2715" y="2442"/>
                    <a:pt x="2763" y="2501"/>
                    <a:pt x="2763" y="2573"/>
                  </a:cubicBezTo>
                  <a:lnTo>
                    <a:pt x="2763" y="2894"/>
                  </a:lnTo>
                  <a:lnTo>
                    <a:pt x="1036" y="2894"/>
                  </a:lnTo>
                  <a:lnTo>
                    <a:pt x="1036" y="2573"/>
                  </a:lnTo>
                  <a:lnTo>
                    <a:pt x="1013" y="2573"/>
                  </a:lnTo>
                  <a:cubicBezTo>
                    <a:pt x="1013" y="2501"/>
                    <a:pt x="1060" y="2442"/>
                    <a:pt x="1120" y="2406"/>
                  </a:cubicBezTo>
                  <a:lnTo>
                    <a:pt x="1394" y="2275"/>
                  </a:lnTo>
                  <a:lnTo>
                    <a:pt x="1655" y="2537"/>
                  </a:lnTo>
                  <a:cubicBezTo>
                    <a:pt x="1703" y="2596"/>
                    <a:pt x="1798" y="2620"/>
                    <a:pt x="1894" y="2620"/>
                  </a:cubicBezTo>
                  <a:cubicBezTo>
                    <a:pt x="1977" y="2620"/>
                    <a:pt x="2048" y="2596"/>
                    <a:pt x="2132" y="2537"/>
                  </a:cubicBezTo>
                  <a:lnTo>
                    <a:pt x="2382" y="2275"/>
                  </a:lnTo>
                  <a:close/>
                  <a:moveTo>
                    <a:pt x="3299" y="3216"/>
                  </a:moveTo>
                  <a:lnTo>
                    <a:pt x="3120" y="3573"/>
                  </a:lnTo>
                  <a:lnTo>
                    <a:pt x="596" y="3573"/>
                  </a:lnTo>
                  <a:lnTo>
                    <a:pt x="417" y="3216"/>
                  </a:lnTo>
                  <a:close/>
                  <a:moveTo>
                    <a:pt x="1691" y="1"/>
                  </a:moveTo>
                  <a:cubicBezTo>
                    <a:pt x="1322" y="1"/>
                    <a:pt x="1024" y="298"/>
                    <a:pt x="1024" y="668"/>
                  </a:cubicBezTo>
                  <a:lnTo>
                    <a:pt x="1024" y="1013"/>
                  </a:lnTo>
                  <a:cubicBezTo>
                    <a:pt x="1024" y="1299"/>
                    <a:pt x="1155" y="1537"/>
                    <a:pt x="1370" y="1680"/>
                  </a:cubicBezTo>
                  <a:lnTo>
                    <a:pt x="1370" y="1918"/>
                  </a:lnTo>
                  <a:lnTo>
                    <a:pt x="1370" y="1942"/>
                  </a:lnTo>
                  <a:lnTo>
                    <a:pt x="965" y="2132"/>
                  </a:lnTo>
                  <a:cubicBezTo>
                    <a:pt x="798" y="2215"/>
                    <a:pt x="679" y="2382"/>
                    <a:pt x="679" y="2573"/>
                  </a:cubicBezTo>
                  <a:lnTo>
                    <a:pt x="679" y="2894"/>
                  </a:lnTo>
                  <a:lnTo>
                    <a:pt x="167" y="2894"/>
                  </a:lnTo>
                  <a:cubicBezTo>
                    <a:pt x="108" y="2894"/>
                    <a:pt x="60" y="2918"/>
                    <a:pt x="24" y="2965"/>
                  </a:cubicBezTo>
                  <a:cubicBezTo>
                    <a:pt x="1" y="3001"/>
                    <a:pt x="1" y="3073"/>
                    <a:pt x="24" y="3108"/>
                  </a:cubicBezTo>
                  <a:lnTo>
                    <a:pt x="370" y="3799"/>
                  </a:lnTo>
                  <a:cubicBezTo>
                    <a:pt x="405" y="3858"/>
                    <a:pt x="465" y="3882"/>
                    <a:pt x="524" y="3882"/>
                  </a:cubicBezTo>
                  <a:lnTo>
                    <a:pt x="703" y="3882"/>
                  </a:lnTo>
                  <a:lnTo>
                    <a:pt x="703" y="4918"/>
                  </a:lnTo>
                  <a:cubicBezTo>
                    <a:pt x="703" y="5001"/>
                    <a:pt x="774" y="5073"/>
                    <a:pt x="858" y="5073"/>
                  </a:cubicBezTo>
                  <a:cubicBezTo>
                    <a:pt x="953" y="5073"/>
                    <a:pt x="1024" y="5001"/>
                    <a:pt x="1024" y="4918"/>
                  </a:cubicBezTo>
                  <a:lnTo>
                    <a:pt x="1024" y="3882"/>
                  </a:lnTo>
                  <a:lnTo>
                    <a:pt x="2751" y="3882"/>
                  </a:lnTo>
                  <a:lnTo>
                    <a:pt x="2751" y="4918"/>
                  </a:lnTo>
                  <a:cubicBezTo>
                    <a:pt x="2751" y="5001"/>
                    <a:pt x="2822" y="5073"/>
                    <a:pt x="2918" y="5073"/>
                  </a:cubicBezTo>
                  <a:cubicBezTo>
                    <a:pt x="3001" y="5073"/>
                    <a:pt x="3084" y="5001"/>
                    <a:pt x="3084" y="4918"/>
                  </a:cubicBezTo>
                  <a:lnTo>
                    <a:pt x="3084" y="3882"/>
                  </a:lnTo>
                  <a:lnTo>
                    <a:pt x="3263" y="3882"/>
                  </a:lnTo>
                  <a:cubicBezTo>
                    <a:pt x="3322" y="3882"/>
                    <a:pt x="3382" y="3858"/>
                    <a:pt x="3406" y="3799"/>
                  </a:cubicBezTo>
                  <a:lnTo>
                    <a:pt x="3751" y="3108"/>
                  </a:lnTo>
                  <a:cubicBezTo>
                    <a:pt x="3739" y="3073"/>
                    <a:pt x="3739" y="3001"/>
                    <a:pt x="3703" y="2965"/>
                  </a:cubicBezTo>
                  <a:cubicBezTo>
                    <a:pt x="3680" y="2918"/>
                    <a:pt x="3632" y="2894"/>
                    <a:pt x="3572" y="2894"/>
                  </a:cubicBezTo>
                  <a:lnTo>
                    <a:pt x="3049" y="2894"/>
                  </a:lnTo>
                  <a:lnTo>
                    <a:pt x="3049" y="2573"/>
                  </a:lnTo>
                  <a:cubicBezTo>
                    <a:pt x="3049" y="2382"/>
                    <a:pt x="2941" y="2215"/>
                    <a:pt x="2763" y="2132"/>
                  </a:cubicBezTo>
                  <a:lnTo>
                    <a:pt x="2370" y="1942"/>
                  </a:lnTo>
                  <a:lnTo>
                    <a:pt x="2370" y="1918"/>
                  </a:lnTo>
                  <a:lnTo>
                    <a:pt x="2370" y="1680"/>
                  </a:lnTo>
                  <a:cubicBezTo>
                    <a:pt x="2572" y="1537"/>
                    <a:pt x="2703" y="1275"/>
                    <a:pt x="2703" y="1013"/>
                  </a:cubicBezTo>
                  <a:lnTo>
                    <a:pt x="2703" y="668"/>
                  </a:lnTo>
                  <a:cubicBezTo>
                    <a:pt x="2703" y="298"/>
                    <a:pt x="2406" y="1"/>
                    <a:pt x="2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1960933" y="3027201"/>
              <a:ext cx="32244" cy="10249"/>
            </a:xfrm>
            <a:custGeom>
              <a:avLst/>
              <a:gdLst/>
              <a:ahLst/>
              <a:cxnLst/>
              <a:rect l="l" t="t" r="r" b="b"/>
              <a:pathLst>
                <a:path w="101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846" y="322"/>
                  </a:lnTo>
                  <a:cubicBezTo>
                    <a:pt x="930" y="322"/>
                    <a:pt x="1013" y="250"/>
                    <a:pt x="1013" y="155"/>
                  </a:cubicBezTo>
                  <a:cubicBezTo>
                    <a:pt x="1013" y="72"/>
                    <a:pt x="930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8F208545-942F-31B8-330F-C78A0E18B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33" y="492225"/>
            <a:ext cx="2633230" cy="195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F6876AB-3021-5A7F-7BB9-61DF652F2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099" y="188877"/>
            <a:ext cx="2705804" cy="195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FF846E4C-A085-FA9B-1FC7-E47880759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539" y="469952"/>
            <a:ext cx="2644720" cy="195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6D00F9A0-58B3-200E-FABC-B554762BE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755" y="2688544"/>
            <a:ext cx="2841436" cy="211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5297E8E2-1C3C-478E-D2A7-51218FDE1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638" y="2700615"/>
            <a:ext cx="2841436" cy="20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65"/>
          <p:cNvSpPr/>
          <p:nvPr/>
        </p:nvSpPr>
        <p:spPr>
          <a:xfrm>
            <a:off x="7710918" y="2911862"/>
            <a:ext cx="71700" cy="71700"/>
          </a:xfrm>
          <a:prstGeom prst="ellipse">
            <a:avLst/>
          </a:prstGeom>
          <a:solidFill>
            <a:srgbClr val="667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65"/>
          <p:cNvSpPr/>
          <p:nvPr/>
        </p:nvSpPr>
        <p:spPr>
          <a:xfrm>
            <a:off x="1214950" y="2883100"/>
            <a:ext cx="1678500" cy="152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65"/>
          <p:cNvSpPr/>
          <p:nvPr/>
        </p:nvSpPr>
        <p:spPr>
          <a:xfrm>
            <a:off x="2893484" y="2883100"/>
            <a:ext cx="1678500" cy="15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65"/>
          <p:cNvSpPr/>
          <p:nvPr/>
        </p:nvSpPr>
        <p:spPr>
          <a:xfrm>
            <a:off x="4572019" y="2883100"/>
            <a:ext cx="1678500" cy="1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65"/>
          <p:cNvSpPr/>
          <p:nvPr/>
        </p:nvSpPr>
        <p:spPr>
          <a:xfrm>
            <a:off x="6250553" y="2883100"/>
            <a:ext cx="1678500" cy="15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5" name="Google Shape;1325;p65"/>
          <p:cNvCxnSpPr/>
          <p:nvPr/>
        </p:nvCxnSpPr>
        <p:spPr>
          <a:xfrm rot="10800000">
            <a:off x="2054200" y="2603500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26" name="Google Shape;1326;p65"/>
          <p:cNvSpPr txBox="1"/>
          <p:nvPr/>
        </p:nvSpPr>
        <p:spPr>
          <a:xfrm flipH="1">
            <a:off x="982600" y="2082200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327" name="Google Shape;1327;p65"/>
          <p:cNvSpPr txBox="1"/>
          <p:nvPr/>
        </p:nvSpPr>
        <p:spPr>
          <a:xfrm flipH="1">
            <a:off x="982602" y="1500654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Tendencia clara y generalizada</a:t>
            </a:r>
            <a:endParaRPr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28" name="Google Shape;1328;p65"/>
          <p:cNvSpPr txBox="1"/>
          <p:nvPr/>
        </p:nvSpPr>
        <p:spPr>
          <a:xfrm flipH="1">
            <a:off x="2663450" y="3451200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329" name="Google Shape;1329;p65"/>
          <p:cNvSpPr txBox="1"/>
          <p:nvPr/>
        </p:nvSpPr>
        <p:spPr>
          <a:xfrm flipH="1">
            <a:off x="2661127" y="386636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Sin excepciones en función del tamaño</a:t>
            </a:r>
            <a:endParaRPr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330" name="Google Shape;1330;p65"/>
          <p:cNvCxnSpPr/>
          <p:nvPr/>
        </p:nvCxnSpPr>
        <p:spPr>
          <a:xfrm rot="10800000">
            <a:off x="3732725" y="3034670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31" name="Google Shape;1331;p65"/>
          <p:cNvSpPr txBox="1"/>
          <p:nvPr/>
        </p:nvSpPr>
        <p:spPr>
          <a:xfrm flipH="1">
            <a:off x="4339675" y="2082200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332" name="Google Shape;1332;p65"/>
          <p:cNvSpPr txBox="1"/>
          <p:nvPr/>
        </p:nvSpPr>
        <p:spPr>
          <a:xfrm flipH="1">
            <a:off x="4339677" y="1500654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Acentuación de dicha tendencia a partir de 2019</a:t>
            </a:r>
          </a:p>
        </p:txBody>
      </p:sp>
      <p:sp>
        <p:nvSpPr>
          <p:cNvPr id="1333" name="Google Shape;1333;p65"/>
          <p:cNvSpPr txBox="1"/>
          <p:nvPr/>
        </p:nvSpPr>
        <p:spPr>
          <a:xfrm flipH="1">
            <a:off x="6018200" y="3451200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334" name="Google Shape;1334;p65"/>
          <p:cNvSpPr txBox="1"/>
          <p:nvPr/>
        </p:nvSpPr>
        <p:spPr>
          <a:xfrm flipH="1">
            <a:off x="6018202" y="386636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Impacto nuevas tecnologías </a:t>
            </a:r>
            <a:endParaRPr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335" name="Google Shape;1335;p65"/>
          <p:cNvCxnSpPr/>
          <p:nvPr/>
        </p:nvCxnSpPr>
        <p:spPr>
          <a:xfrm rot="10800000">
            <a:off x="5411275" y="2603500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36" name="Google Shape;1336;p65"/>
          <p:cNvCxnSpPr/>
          <p:nvPr/>
        </p:nvCxnSpPr>
        <p:spPr>
          <a:xfrm rot="10800000">
            <a:off x="7089800" y="3034670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7"/>
          <p:cNvSpPr txBox="1">
            <a:spLocks noGrp="1"/>
          </p:cNvSpPr>
          <p:nvPr>
            <p:ph type="title"/>
          </p:nvPr>
        </p:nvSpPr>
        <p:spPr>
          <a:xfrm>
            <a:off x="625406" y="43504"/>
            <a:ext cx="6960961" cy="240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Regresión Año-Uso</a:t>
            </a:r>
            <a:endParaRPr sz="2800" dirty="0"/>
          </a:p>
        </p:txBody>
      </p:sp>
      <p:sp>
        <p:nvSpPr>
          <p:cNvPr id="735" name="Google Shape;735;p47"/>
          <p:cNvSpPr txBox="1">
            <a:spLocks noGrp="1"/>
          </p:cNvSpPr>
          <p:nvPr>
            <p:ph type="subTitle" idx="1"/>
          </p:nvPr>
        </p:nvSpPr>
        <p:spPr>
          <a:xfrm>
            <a:off x="5147617" y="883790"/>
            <a:ext cx="3028380" cy="33382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bg1">
                    <a:lumMod val="10000"/>
                  </a:schemeClr>
                </a:solidFill>
              </a:rPr>
              <a:t>Pearson = -0,84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bg1">
                    <a:lumMod val="10000"/>
                  </a:schemeClr>
                </a:solidFill>
              </a:rPr>
              <a:t>R^2 = 0,76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bg1">
                    <a:lumMod val="10000"/>
                  </a:schemeClr>
                </a:solidFill>
              </a:rPr>
              <a:t>¿Qué uso habrá en 2050?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bg1">
                    <a:lumMod val="10000"/>
                  </a:schemeClr>
                </a:solidFill>
              </a:rPr>
              <a:t>USO = 2176,435 – 1,043 * AÑO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olidFill>
                <a:schemeClr val="bg1">
                  <a:lumMod val="10000"/>
                </a:schemeClr>
              </a:solidFill>
              <a:highlight>
                <a:srgbClr val="00FFFF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olidFill>
                <a:schemeClr val="bg1">
                  <a:lumMod val="10000"/>
                </a:schemeClr>
              </a:solidFill>
              <a:highlight>
                <a:srgbClr val="00FFFF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olidFill>
                <a:schemeClr val="bg1">
                  <a:lumMod val="10000"/>
                </a:schemeClr>
              </a:solidFill>
              <a:highlight>
                <a:srgbClr val="00FFFF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bg1">
                    <a:lumMod val="10000"/>
                  </a:schemeClr>
                </a:solidFill>
              </a:rPr>
              <a:t>38,285%</a:t>
            </a:r>
            <a:endParaRPr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784B95-8E7D-B495-6143-BC9907748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39" y="984185"/>
            <a:ext cx="4477306" cy="326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CEE7D8C0-56D0-653B-DC45-CC91F910E7A0}"/>
              </a:ext>
            </a:extLst>
          </p:cNvPr>
          <p:cNvSpPr/>
          <p:nvPr/>
        </p:nvSpPr>
        <p:spPr>
          <a:xfrm>
            <a:off x="6407106" y="1649073"/>
            <a:ext cx="428822" cy="6810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214F4FD1-1F96-8110-C85D-BBCB390689CF}"/>
              </a:ext>
            </a:extLst>
          </p:cNvPr>
          <p:cNvSpPr/>
          <p:nvPr/>
        </p:nvSpPr>
        <p:spPr>
          <a:xfrm>
            <a:off x="6621517" y="3276074"/>
            <a:ext cx="45719" cy="3972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10523B7-C33D-6044-664E-070150072AB7}"/>
              </a:ext>
            </a:extLst>
          </p:cNvPr>
          <p:cNvSpPr txBox="1"/>
          <p:nvPr/>
        </p:nvSpPr>
        <p:spPr>
          <a:xfrm>
            <a:off x="1699523" y="4346551"/>
            <a:ext cx="3654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Quicksand" panose="020B0604020202020204" charset="0"/>
              </a:rPr>
              <a:t>+AÑO                -USO</a:t>
            </a: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8CD74603-FBFA-0E39-E43C-738A3ADB196D}"/>
              </a:ext>
            </a:extLst>
          </p:cNvPr>
          <p:cNvSpPr/>
          <p:nvPr/>
        </p:nvSpPr>
        <p:spPr>
          <a:xfrm>
            <a:off x="2431041" y="4477579"/>
            <a:ext cx="510803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8510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7"/>
          <p:cNvSpPr txBox="1">
            <a:spLocks noGrp="1"/>
          </p:cNvSpPr>
          <p:nvPr>
            <p:ph type="title"/>
          </p:nvPr>
        </p:nvSpPr>
        <p:spPr>
          <a:xfrm>
            <a:off x="631712" y="56116"/>
            <a:ext cx="6960961" cy="240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Regresión Tamaño-Uso</a:t>
            </a:r>
            <a:endParaRPr sz="2800" dirty="0"/>
          </a:p>
        </p:txBody>
      </p:sp>
      <p:sp>
        <p:nvSpPr>
          <p:cNvPr id="735" name="Google Shape;735;p47"/>
          <p:cNvSpPr txBox="1">
            <a:spLocks noGrp="1"/>
          </p:cNvSpPr>
          <p:nvPr>
            <p:ph type="subTitle" idx="1"/>
          </p:nvPr>
        </p:nvSpPr>
        <p:spPr>
          <a:xfrm>
            <a:off x="5345522" y="1749169"/>
            <a:ext cx="3028380" cy="33382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bg1">
                    <a:lumMod val="10000"/>
                  </a:schemeClr>
                </a:solidFill>
              </a:rPr>
              <a:t>Pearson = 0,65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bg1">
                    <a:lumMod val="10000"/>
                  </a:schemeClr>
                </a:solidFill>
              </a:rPr>
              <a:t>R^2 = 0,42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ABADEB2-E19E-0FFB-E5D9-573559B83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98" y="945553"/>
            <a:ext cx="4430505" cy="331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DEC22D4-DA47-111F-3506-AD3A568B16C1}"/>
              </a:ext>
            </a:extLst>
          </p:cNvPr>
          <p:cNvSpPr txBox="1"/>
          <p:nvPr/>
        </p:nvSpPr>
        <p:spPr>
          <a:xfrm>
            <a:off x="1699523" y="4346551"/>
            <a:ext cx="3654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Quicksand" panose="020B0604020202020204" charset="0"/>
              </a:rPr>
              <a:t>+TAMAÑO               +USO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0AFAFE54-88CE-2503-753D-E67412CC9D24}"/>
              </a:ext>
            </a:extLst>
          </p:cNvPr>
          <p:cNvSpPr/>
          <p:nvPr/>
        </p:nvSpPr>
        <p:spPr>
          <a:xfrm>
            <a:off x="2803109" y="4483713"/>
            <a:ext cx="469812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034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65"/>
          <p:cNvSpPr txBox="1">
            <a:spLocks noGrp="1"/>
          </p:cNvSpPr>
          <p:nvPr>
            <p:ph type="title"/>
          </p:nvPr>
        </p:nvSpPr>
        <p:spPr>
          <a:xfrm>
            <a:off x="518201" y="603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Conclusiones</a:t>
            </a:r>
            <a:endParaRPr dirty="0"/>
          </a:p>
        </p:txBody>
      </p:sp>
      <p:sp>
        <p:nvSpPr>
          <p:cNvPr id="1320" name="Google Shape;1320;p65"/>
          <p:cNvSpPr/>
          <p:nvPr/>
        </p:nvSpPr>
        <p:spPr>
          <a:xfrm>
            <a:off x="7710918" y="2911862"/>
            <a:ext cx="71700" cy="71700"/>
          </a:xfrm>
          <a:prstGeom prst="ellipse">
            <a:avLst/>
          </a:prstGeom>
          <a:solidFill>
            <a:srgbClr val="667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65"/>
          <p:cNvSpPr/>
          <p:nvPr/>
        </p:nvSpPr>
        <p:spPr>
          <a:xfrm>
            <a:off x="1214950" y="2883100"/>
            <a:ext cx="1678500" cy="152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65"/>
          <p:cNvSpPr/>
          <p:nvPr/>
        </p:nvSpPr>
        <p:spPr>
          <a:xfrm>
            <a:off x="2893484" y="2883100"/>
            <a:ext cx="1678500" cy="15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65"/>
          <p:cNvSpPr/>
          <p:nvPr/>
        </p:nvSpPr>
        <p:spPr>
          <a:xfrm>
            <a:off x="4572019" y="2883100"/>
            <a:ext cx="1678500" cy="1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65"/>
          <p:cNvSpPr/>
          <p:nvPr/>
        </p:nvSpPr>
        <p:spPr>
          <a:xfrm>
            <a:off x="6250553" y="2883100"/>
            <a:ext cx="1678500" cy="15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5" name="Google Shape;1325;p65"/>
          <p:cNvCxnSpPr/>
          <p:nvPr/>
        </p:nvCxnSpPr>
        <p:spPr>
          <a:xfrm rot="10800000">
            <a:off x="2054200" y="2603500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26" name="Google Shape;1326;p65"/>
          <p:cNvSpPr txBox="1"/>
          <p:nvPr/>
        </p:nvSpPr>
        <p:spPr>
          <a:xfrm flipH="1">
            <a:off x="982600" y="2082200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327" name="Google Shape;1327;p65"/>
          <p:cNvSpPr txBox="1"/>
          <p:nvPr/>
        </p:nvSpPr>
        <p:spPr>
          <a:xfrm flipH="1">
            <a:off x="982602" y="1500654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Poco útil</a:t>
            </a:r>
            <a:endParaRPr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28" name="Google Shape;1328;p65"/>
          <p:cNvSpPr txBox="1"/>
          <p:nvPr/>
        </p:nvSpPr>
        <p:spPr>
          <a:xfrm flipH="1">
            <a:off x="2663450" y="3451200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329" name="Google Shape;1329;p65"/>
          <p:cNvSpPr txBox="1"/>
          <p:nvPr/>
        </p:nvSpPr>
        <p:spPr>
          <a:xfrm flipH="1">
            <a:off x="2661127" y="386636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Gasto adicional</a:t>
            </a:r>
            <a:endParaRPr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330" name="Google Shape;1330;p65"/>
          <p:cNvCxnSpPr/>
          <p:nvPr/>
        </p:nvCxnSpPr>
        <p:spPr>
          <a:xfrm rot="10800000">
            <a:off x="3732725" y="3034670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31" name="Google Shape;1331;p65"/>
          <p:cNvSpPr txBox="1"/>
          <p:nvPr/>
        </p:nvSpPr>
        <p:spPr>
          <a:xfrm flipH="1">
            <a:off x="4339675" y="2082200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332" name="Google Shape;1332;p65"/>
          <p:cNvSpPr txBox="1"/>
          <p:nvPr/>
        </p:nvSpPr>
        <p:spPr>
          <a:xfrm flipH="1">
            <a:off x="4339677" y="1500654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Aparición del smartphone</a:t>
            </a:r>
          </a:p>
        </p:txBody>
      </p:sp>
      <p:sp>
        <p:nvSpPr>
          <p:cNvPr id="1333" name="Google Shape;1333;p65"/>
          <p:cNvSpPr txBox="1"/>
          <p:nvPr/>
        </p:nvSpPr>
        <p:spPr>
          <a:xfrm flipH="1">
            <a:off x="5926225" y="3465840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334" name="Google Shape;1334;p65"/>
          <p:cNvSpPr txBox="1"/>
          <p:nvPr/>
        </p:nvSpPr>
        <p:spPr>
          <a:xfrm flipH="1">
            <a:off x="6018202" y="386636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Acceso a internet </a:t>
            </a:r>
            <a:endParaRPr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335" name="Google Shape;1335;p65"/>
          <p:cNvCxnSpPr/>
          <p:nvPr/>
        </p:nvCxnSpPr>
        <p:spPr>
          <a:xfrm rot="10800000">
            <a:off x="5411275" y="2603500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36" name="Google Shape;1336;p65"/>
          <p:cNvCxnSpPr/>
          <p:nvPr/>
        </p:nvCxnSpPr>
        <p:spPr>
          <a:xfrm rot="10800000">
            <a:off x="7089800" y="3034670"/>
            <a:ext cx="0" cy="27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1337" name="Google Shape;1337;p65"/>
          <p:cNvGrpSpPr/>
          <p:nvPr/>
        </p:nvGrpSpPr>
        <p:grpSpPr>
          <a:xfrm>
            <a:off x="1897997" y="3085683"/>
            <a:ext cx="312411" cy="1343949"/>
            <a:chOff x="238125" y="1215275"/>
            <a:chExt cx="760125" cy="3269950"/>
          </a:xfrm>
        </p:grpSpPr>
        <p:sp>
          <p:nvSpPr>
            <p:cNvPr id="1338" name="Google Shape;1338;p65"/>
            <p:cNvSpPr/>
            <p:nvPr/>
          </p:nvSpPr>
          <p:spPr>
            <a:xfrm>
              <a:off x="238125" y="1863300"/>
              <a:ext cx="760125" cy="959950"/>
            </a:xfrm>
            <a:custGeom>
              <a:avLst/>
              <a:gdLst/>
              <a:ahLst/>
              <a:cxnLst/>
              <a:rect l="l" t="t" r="r" b="b"/>
              <a:pathLst>
                <a:path w="30405" h="38398" extrusionOk="0">
                  <a:moveTo>
                    <a:pt x="3605" y="1"/>
                  </a:moveTo>
                  <a:cubicBezTo>
                    <a:pt x="1620" y="1"/>
                    <a:pt x="0" y="1621"/>
                    <a:pt x="0" y="3619"/>
                  </a:cubicBezTo>
                  <a:lnTo>
                    <a:pt x="0" y="38398"/>
                  </a:lnTo>
                  <a:lnTo>
                    <a:pt x="30404" y="38398"/>
                  </a:lnTo>
                  <a:lnTo>
                    <a:pt x="30404" y="3619"/>
                  </a:lnTo>
                  <a:cubicBezTo>
                    <a:pt x="30404" y="1621"/>
                    <a:pt x="28784" y="1"/>
                    <a:pt x="26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65"/>
            <p:cNvSpPr/>
            <p:nvPr/>
          </p:nvSpPr>
          <p:spPr>
            <a:xfrm>
              <a:off x="283675" y="1921025"/>
              <a:ext cx="669000" cy="902225"/>
            </a:xfrm>
            <a:custGeom>
              <a:avLst/>
              <a:gdLst/>
              <a:ahLst/>
              <a:cxnLst/>
              <a:rect l="l" t="t" r="r" b="b"/>
              <a:pathLst>
                <a:path w="26760" h="36089" extrusionOk="0">
                  <a:moveTo>
                    <a:pt x="3173" y="1"/>
                  </a:moveTo>
                  <a:cubicBezTo>
                    <a:pt x="1418" y="1"/>
                    <a:pt x="1" y="1418"/>
                    <a:pt x="1" y="3173"/>
                  </a:cubicBezTo>
                  <a:lnTo>
                    <a:pt x="1" y="36089"/>
                  </a:lnTo>
                  <a:lnTo>
                    <a:pt x="26760" y="36089"/>
                  </a:lnTo>
                  <a:lnTo>
                    <a:pt x="26760" y="3173"/>
                  </a:lnTo>
                  <a:cubicBezTo>
                    <a:pt x="26760" y="1418"/>
                    <a:pt x="25329" y="1"/>
                    <a:pt x="23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65"/>
            <p:cNvSpPr/>
            <p:nvPr/>
          </p:nvSpPr>
          <p:spPr>
            <a:xfrm>
              <a:off x="238125" y="2823225"/>
              <a:ext cx="760125" cy="244050"/>
            </a:xfrm>
            <a:custGeom>
              <a:avLst/>
              <a:gdLst/>
              <a:ahLst/>
              <a:cxnLst/>
              <a:rect l="l" t="t" r="r" b="b"/>
              <a:pathLst>
                <a:path w="30405" h="9762" extrusionOk="0">
                  <a:moveTo>
                    <a:pt x="0" y="1"/>
                  </a:moveTo>
                  <a:lnTo>
                    <a:pt x="1472" y="9762"/>
                  </a:lnTo>
                  <a:lnTo>
                    <a:pt x="28933" y="9762"/>
                  </a:lnTo>
                  <a:lnTo>
                    <a:pt x="30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65"/>
            <p:cNvSpPr/>
            <p:nvPr/>
          </p:nvSpPr>
          <p:spPr>
            <a:xfrm>
              <a:off x="283675" y="2823225"/>
              <a:ext cx="669000" cy="244050"/>
            </a:xfrm>
            <a:custGeom>
              <a:avLst/>
              <a:gdLst/>
              <a:ahLst/>
              <a:cxnLst/>
              <a:rect l="l" t="t" r="r" b="b"/>
              <a:pathLst>
                <a:path w="26760" h="9762" extrusionOk="0">
                  <a:moveTo>
                    <a:pt x="1" y="1"/>
                  </a:moveTo>
                  <a:lnTo>
                    <a:pt x="1189" y="9762"/>
                  </a:lnTo>
                  <a:lnTo>
                    <a:pt x="25572" y="9762"/>
                  </a:lnTo>
                  <a:lnTo>
                    <a:pt x="267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65"/>
            <p:cNvSpPr/>
            <p:nvPr/>
          </p:nvSpPr>
          <p:spPr>
            <a:xfrm>
              <a:off x="274900" y="3067250"/>
              <a:ext cx="686550" cy="999100"/>
            </a:xfrm>
            <a:custGeom>
              <a:avLst/>
              <a:gdLst/>
              <a:ahLst/>
              <a:cxnLst/>
              <a:rect l="l" t="t" r="r" b="b"/>
              <a:pathLst>
                <a:path w="27462" h="39964" extrusionOk="0">
                  <a:moveTo>
                    <a:pt x="1" y="1"/>
                  </a:moveTo>
                  <a:lnTo>
                    <a:pt x="1" y="39964"/>
                  </a:lnTo>
                  <a:lnTo>
                    <a:pt x="27462" y="39964"/>
                  </a:lnTo>
                  <a:lnTo>
                    <a:pt x="274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65"/>
            <p:cNvSpPr/>
            <p:nvPr/>
          </p:nvSpPr>
          <p:spPr>
            <a:xfrm>
              <a:off x="274900" y="4066325"/>
              <a:ext cx="686550" cy="418900"/>
            </a:xfrm>
            <a:custGeom>
              <a:avLst/>
              <a:gdLst/>
              <a:ahLst/>
              <a:cxnLst/>
              <a:rect l="l" t="t" r="r" b="b"/>
              <a:pathLst>
                <a:path w="27462" h="16756" extrusionOk="0">
                  <a:moveTo>
                    <a:pt x="1" y="1"/>
                  </a:moveTo>
                  <a:lnTo>
                    <a:pt x="1958" y="10815"/>
                  </a:lnTo>
                  <a:lnTo>
                    <a:pt x="1958" y="14460"/>
                  </a:lnTo>
                  <a:cubicBezTo>
                    <a:pt x="1958" y="15729"/>
                    <a:pt x="2984" y="16755"/>
                    <a:pt x="4253" y="16755"/>
                  </a:cubicBezTo>
                  <a:lnTo>
                    <a:pt x="23209" y="16755"/>
                  </a:lnTo>
                  <a:cubicBezTo>
                    <a:pt x="24465" y="16755"/>
                    <a:pt x="25491" y="15729"/>
                    <a:pt x="25491" y="14460"/>
                  </a:cubicBezTo>
                  <a:lnTo>
                    <a:pt x="25491" y="10815"/>
                  </a:lnTo>
                  <a:lnTo>
                    <a:pt x="274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65"/>
            <p:cNvSpPr/>
            <p:nvPr/>
          </p:nvSpPr>
          <p:spPr>
            <a:xfrm>
              <a:off x="699175" y="1737075"/>
              <a:ext cx="147175" cy="126250"/>
            </a:xfrm>
            <a:custGeom>
              <a:avLst/>
              <a:gdLst/>
              <a:ahLst/>
              <a:cxnLst/>
              <a:rect l="l" t="t" r="r" b="b"/>
              <a:pathLst>
                <a:path w="5887" h="5050" extrusionOk="0">
                  <a:moveTo>
                    <a:pt x="0" y="1"/>
                  </a:moveTo>
                  <a:lnTo>
                    <a:pt x="0" y="5050"/>
                  </a:lnTo>
                  <a:lnTo>
                    <a:pt x="5887" y="5050"/>
                  </a:lnTo>
                  <a:lnTo>
                    <a:pt x="5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65"/>
            <p:cNvSpPr/>
            <p:nvPr/>
          </p:nvSpPr>
          <p:spPr>
            <a:xfrm>
              <a:off x="729550" y="1215275"/>
              <a:ext cx="86425" cy="521825"/>
            </a:xfrm>
            <a:custGeom>
              <a:avLst/>
              <a:gdLst/>
              <a:ahLst/>
              <a:cxnLst/>
              <a:rect l="l" t="t" r="r" b="b"/>
              <a:pathLst>
                <a:path w="3457" h="20873" extrusionOk="0">
                  <a:moveTo>
                    <a:pt x="1729" y="0"/>
                  </a:moveTo>
                  <a:cubicBezTo>
                    <a:pt x="1081" y="0"/>
                    <a:pt x="554" y="513"/>
                    <a:pt x="541" y="1148"/>
                  </a:cubicBezTo>
                  <a:lnTo>
                    <a:pt x="1" y="20873"/>
                  </a:lnTo>
                  <a:lnTo>
                    <a:pt x="3457" y="20873"/>
                  </a:lnTo>
                  <a:lnTo>
                    <a:pt x="2903" y="1148"/>
                  </a:lnTo>
                  <a:cubicBezTo>
                    <a:pt x="2890" y="513"/>
                    <a:pt x="2363" y="0"/>
                    <a:pt x="172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65"/>
            <p:cNvSpPr/>
            <p:nvPr/>
          </p:nvSpPr>
          <p:spPr>
            <a:xfrm>
              <a:off x="313375" y="3067250"/>
              <a:ext cx="609600" cy="999100"/>
            </a:xfrm>
            <a:custGeom>
              <a:avLst/>
              <a:gdLst/>
              <a:ahLst/>
              <a:cxnLst/>
              <a:rect l="l" t="t" r="r" b="b"/>
              <a:pathLst>
                <a:path w="24384" h="39964" extrusionOk="0">
                  <a:moveTo>
                    <a:pt x="1" y="1"/>
                  </a:moveTo>
                  <a:lnTo>
                    <a:pt x="1" y="39964"/>
                  </a:lnTo>
                  <a:lnTo>
                    <a:pt x="24384" y="39964"/>
                  </a:lnTo>
                  <a:lnTo>
                    <a:pt x="24384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65"/>
            <p:cNvSpPr/>
            <p:nvPr/>
          </p:nvSpPr>
          <p:spPr>
            <a:xfrm>
              <a:off x="313375" y="4066325"/>
              <a:ext cx="609600" cy="351400"/>
            </a:xfrm>
            <a:custGeom>
              <a:avLst/>
              <a:gdLst/>
              <a:ahLst/>
              <a:cxnLst/>
              <a:rect l="l" t="t" r="r" b="b"/>
              <a:pathLst>
                <a:path w="24384" h="14056" extrusionOk="0">
                  <a:moveTo>
                    <a:pt x="1" y="1"/>
                  </a:moveTo>
                  <a:lnTo>
                    <a:pt x="2282" y="14055"/>
                  </a:lnTo>
                  <a:lnTo>
                    <a:pt x="22413" y="14055"/>
                  </a:lnTo>
                  <a:lnTo>
                    <a:pt x="24384" y="1"/>
                  </a:lnTo>
                  <a:close/>
                </a:path>
              </a:pathLst>
            </a:custGeom>
            <a:solidFill>
              <a:srgbClr val="444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65"/>
            <p:cNvSpPr/>
            <p:nvPr/>
          </p:nvSpPr>
          <p:spPr>
            <a:xfrm>
              <a:off x="386275" y="2059400"/>
              <a:ext cx="463800" cy="611300"/>
            </a:xfrm>
            <a:custGeom>
              <a:avLst/>
              <a:gdLst/>
              <a:ahLst/>
              <a:cxnLst/>
              <a:rect l="l" t="t" r="r" b="b"/>
              <a:pathLst>
                <a:path w="18552" h="24452" extrusionOk="0">
                  <a:moveTo>
                    <a:pt x="2269" y="1"/>
                  </a:moveTo>
                  <a:cubicBezTo>
                    <a:pt x="1014" y="1"/>
                    <a:pt x="1" y="1000"/>
                    <a:pt x="1" y="2256"/>
                  </a:cubicBezTo>
                  <a:lnTo>
                    <a:pt x="1" y="22183"/>
                  </a:lnTo>
                  <a:cubicBezTo>
                    <a:pt x="1" y="23439"/>
                    <a:pt x="1014" y="24451"/>
                    <a:pt x="2269" y="24451"/>
                  </a:cubicBezTo>
                  <a:lnTo>
                    <a:pt x="16283" y="24451"/>
                  </a:lnTo>
                  <a:cubicBezTo>
                    <a:pt x="17539" y="24451"/>
                    <a:pt x="18551" y="23439"/>
                    <a:pt x="18551" y="22183"/>
                  </a:cubicBezTo>
                  <a:lnTo>
                    <a:pt x="18551" y="2256"/>
                  </a:lnTo>
                  <a:cubicBezTo>
                    <a:pt x="18551" y="1000"/>
                    <a:pt x="17539" y="1"/>
                    <a:pt x="16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65"/>
            <p:cNvSpPr/>
            <p:nvPr/>
          </p:nvSpPr>
          <p:spPr>
            <a:xfrm>
              <a:off x="5729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rgbClr val="3329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65"/>
            <p:cNvSpPr/>
            <p:nvPr/>
          </p:nvSpPr>
          <p:spPr>
            <a:xfrm>
              <a:off x="4470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594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65"/>
            <p:cNvSpPr/>
            <p:nvPr/>
          </p:nvSpPr>
          <p:spPr>
            <a:xfrm>
              <a:off x="5729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65"/>
            <p:cNvSpPr/>
            <p:nvPr/>
          </p:nvSpPr>
          <p:spPr>
            <a:xfrm>
              <a:off x="699175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10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3" y="2706"/>
                    <a:pt x="1794" y="2706"/>
                  </a:cubicBezTo>
                  <a:cubicBezTo>
                    <a:pt x="2490" y="2706"/>
                    <a:pt x="3160" y="2164"/>
                    <a:pt x="3160" y="1350"/>
                  </a:cubicBezTo>
                  <a:cubicBezTo>
                    <a:pt x="3160" y="608"/>
                    <a:pt x="2552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65"/>
            <p:cNvSpPr/>
            <p:nvPr/>
          </p:nvSpPr>
          <p:spPr>
            <a:xfrm>
              <a:off x="447050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594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65"/>
            <p:cNvSpPr/>
            <p:nvPr/>
          </p:nvSpPr>
          <p:spPr>
            <a:xfrm>
              <a:off x="572950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65"/>
            <p:cNvSpPr/>
            <p:nvPr/>
          </p:nvSpPr>
          <p:spPr>
            <a:xfrm>
              <a:off x="699175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10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3" y="2706"/>
                    <a:pt x="1794" y="2706"/>
                  </a:cubicBezTo>
                  <a:cubicBezTo>
                    <a:pt x="2490" y="2706"/>
                    <a:pt x="3160" y="2164"/>
                    <a:pt x="3160" y="1350"/>
                  </a:cubicBezTo>
                  <a:cubicBezTo>
                    <a:pt x="3160" y="608"/>
                    <a:pt x="2552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65"/>
            <p:cNvSpPr/>
            <p:nvPr/>
          </p:nvSpPr>
          <p:spPr>
            <a:xfrm>
              <a:off x="447050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09" y="1"/>
                  </a:moveTo>
                  <a:cubicBezTo>
                    <a:pt x="594" y="1"/>
                    <a:pt x="0" y="1459"/>
                    <a:pt x="851" y="2310"/>
                  </a:cubicBezTo>
                  <a:cubicBezTo>
                    <a:pt x="1125" y="2584"/>
                    <a:pt x="1462" y="2707"/>
                    <a:pt x="1794" y="2707"/>
                  </a:cubicBezTo>
                  <a:cubicBezTo>
                    <a:pt x="2490" y="2707"/>
                    <a:pt x="3159" y="2165"/>
                    <a:pt x="3159" y="1351"/>
                  </a:cubicBezTo>
                  <a:cubicBezTo>
                    <a:pt x="3159" y="609"/>
                    <a:pt x="2552" y="1"/>
                    <a:pt x="1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65"/>
            <p:cNvSpPr/>
            <p:nvPr/>
          </p:nvSpPr>
          <p:spPr>
            <a:xfrm>
              <a:off x="572950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09" y="1"/>
                  </a:moveTo>
                  <a:cubicBezTo>
                    <a:pt x="608" y="1"/>
                    <a:pt x="0" y="1459"/>
                    <a:pt x="851" y="2310"/>
                  </a:cubicBezTo>
                  <a:cubicBezTo>
                    <a:pt x="1125" y="2584"/>
                    <a:pt x="1462" y="2707"/>
                    <a:pt x="1794" y="2707"/>
                  </a:cubicBezTo>
                  <a:cubicBezTo>
                    <a:pt x="2490" y="2707"/>
                    <a:pt x="3159" y="2165"/>
                    <a:pt x="3159" y="1351"/>
                  </a:cubicBezTo>
                  <a:cubicBezTo>
                    <a:pt x="3159" y="609"/>
                    <a:pt x="2552" y="1"/>
                    <a:pt x="1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65"/>
            <p:cNvSpPr/>
            <p:nvPr/>
          </p:nvSpPr>
          <p:spPr>
            <a:xfrm>
              <a:off x="699175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10" y="1"/>
                  </a:moveTo>
                  <a:cubicBezTo>
                    <a:pt x="608" y="1"/>
                    <a:pt x="0" y="1459"/>
                    <a:pt x="851" y="2310"/>
                  </a:cubicBezTo>
                  <a:cubicBezTo>
                    <a:pt x="1125" y="2584"/>
                    <a:pt x="1463" y="2707"/>
                    <a:pt x="1794" y="2707"/>
                  </a:cubicBezTo>
                  <a:cubicBezTo>
                    <a:pt x="2490" y="2707"/>
                    <a:pt x="3160" y="2165"/>
                    <a:pt x="3160" y="1351"/>
                  </a:cubicBezTo>
                  <a:cubicBezTo>
                    <a:pt x="3160" y="609"/>
                    <a:pt x="2552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65"/>
            <p:cNvSpPr/>
            <p:nvPr/>
          </p:nvSpPr>
          <p:spPr>
            <a:xfrm>
              <a:off x="394725" y="2866775"/>
              <a:ext cx="443200" cy="143125"/>
            </a:xfrm>
            <a:custGeom>
              <a:avLst/>
              <a:gdLst/>
              <a:ahLst/>
              <a:cxnLst/>
              <a:rect l="l" t="t" r="r" b="b"/>
              <a:pathLst>
                <a:path w="17728" h="5725" extrusionOk="0">
                  <a:moveTo>
                    <a:pt x="1837" y="0"/>
                  </a:moveTo>
                  <a:cubicBezTo>
                    <a:pt x="824" y="0"/>
                    <a:pt x="0" y="824"/>
                    <a:pt x="0" y="1836"/>
                  </a:cubicBezTo>
                  <a:lnTo>
                    <a:pt x="0" y="3889"/>
                  </a:lnTo>
                  <a:cubicBezTo>
                    <a:pt x="0" y="4901"/>
                    <a:pt x="824" y="5725"/>
                    <a:pt x="1837" y="5725"/>
                  </a:cubicBezTo>
                  <a:lnTo>
                    <a:pt x="15891" y="5725"/>
                  </a:lnTo>
                  <a:cubicBezTo>
                    <a:pt x="16917" y="5725"/>
                    <a:pt x="17727" y="4901"/>
                    <a:pt x="17727" y="3889"/>
                  </a:cubicBezTo>
                  <a:lnTo>
                    <a:pt x="17727" y="1836"/>
                  </a:lnTo>
                  <a:cubicBezTo>
                    <a:pt x="17727" y="824"/>
                    <a:pt x="16917" y="0"/>
                    <a:pt x="15891" y="0"/>
                  </a:cubicBezTo>
                  <a:close/>
                </a:path>
              </a:pathLst>
            </a:custGeom>
            <a:solidFill>
              <a:srgbClr val="E2AA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65"/>
            <p:cNvSpPr/>
            <p:nvPr/>
          </p:nvSpPr>
          <p:spPr>
            <a:xfrm>
              <a:off x="488900" y="2903225"/>
              <a:ext cx="48275" cy="80350"/>
            </a:xfrm>
            <a:custGeom>
              <a:avLst/>
              <a:gdLst/>
              <a:ahLst/>
              <a:cxnLst/>
              <a:rect l="l" t="t" r="r" b="b"/>
              <a:pathLst>
                <a:path w="1931" h="3214" extrusionOk="0">
                  <a:moveTo>
                    <a:pt x="864" y="0"/>
                  </a:moveTo>
                  <a:cubicBezTo>
                    <a:pt x="635" y="135"/>
                    <a:pt x="378" y="216"/>
                    <a:pt x="122" y="257"/>
                  </a:cubicBezTo>
                  <a:lnTo>
                    <a:pt x="122" y="621"/>
                  </a:lnTo>
                  <a:lnTo>
                    <a:pt x="716" y="621"/>
                  </a:lnTo>
                  <a:lnTo>
                    <a:pt x="716" y="2741"/>
                  </a:lnTo>
                  <a:lnTo>
                    <a:pt x="0" y="2741"/>
                  </a:lnTo>
                  <a:lnTo>
                    <a:pt x="0" y="3214"/>
                  </a:lnTo>
                  <a:lnTo>
                    <a:pt x="1931" y="3214"/>
                  </a:lnTo>
                  <a:lnTo>
                    <a:pt x="1931" y="2741"/>
                  </a:lnTo>
                  <a:lnTo>
                    <a:pt x="1296" y="2741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548300" y="2901525"/>
              <a:ext cx="54700" cy="82050"/>
            </a:xfrm>
            <a:custGeom>
              <a:avLst/>
              <a:gdLst/>
              <a:ahLst/>
              <a:cxnLst/>
              <a:rect l="l" t="t" r="r" b="b"/>
              <a:pathLst>
                <a:path w="2188" h="3282" extrusionOk="0">
                  <a:moveTo>
                    <a:pt x="1027" y="1"/>
                  </a:moveTo>
                  <a:cubicBezTo>
                    <a:pt x="622" y="1"/>
                    <a:pt x="243" y="190"/>
                    <a:pt x="0" y="500"/>
                  </a:cubicBezTo>
                  <a:lnTo>
                    <a:pt x="325" y="824"/>
                  </a:lnTo>
                  <a:cubicBezTo>
                    <a:pt x="473" y="622"/>
                    <a:pt x="703" y="487"/>
                    <a:pt x="946" y="473"/>
                  </a:cubicBezTo>
                  <a:cubicBezTo>
                    <a:pt x="961" y="472"/>
                    <a:pt x="976" y="471"/>
                    <a:pt x="990" y="471"/>
                  </a:cubicBezTo>
                  <a:cubicBezTo>
                    <a:pt x="1280" y="471"/>
                    <a:pt x="1511" y="719"/>
                    <a:pt x="1486" y="1027"/>
                  </a:cubicBezTo>
                  <a:cubicBezTo>
                    <a:pt x="1486" y="1513"/>
                    <a:pt x="919" y="2080"/>
                    <a:pt x="27" y="2944"/>
                  </a:cubicBezTo>
                  <a:lnTo>
                    <a:pt x="27" y="3282"/>
                  </a:lnTo>
                  <a:lnTo>
                    <a:pt x="2188" y="3282"/>
                  </a:lnTo>
                  <a:lnTo>
                    <a:pt x="2188" y="2782"/>
                  </a:lnTo>
                  <a:lnTo>
                    <a:pt x="1405" y="2782"/>
                  </a:lnTo>
                  <a:cubicBezTo>
                    <a:pt x="1256" y="2782"/>
                    <a:pt x="1040" y="2796"/>
                    <a:pt x="865" y="2823"/>
                  </a:cubicBezTo>
                  <a:cubicBezTo>
                    <a:pt x="1513" y="2148"/>
                    <a:pt x="2039" y="1580"/>
                    <a:pt x="2039" y="986"/>
                  </a:cubicBezTo>
                  <a:cubicBezTo>
                    <a:pt x="2039" y="392"/>
                    <a:pt x="1634" y="1"/>
                    <a:pt x="1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65"/>
            <p:cNvSpPr/>
            <p:nvPr/>
          </p:nvSpPr>
          <p:spPr>
            <a:xfrm>
              <a:off x="611750" y="2901525"/>
              <a:ext cx="55725" cy="83425"/>
            </a:xfrm>
            <a:custGeom>
              <a:avLst/>
              <a:gdLst/>
              <a:ahLst/>
              <a:cxnLst/>
              <a:rect l="l" t="t" r="r" b="b"/>
              <a:pathLst>
                <a:path w="2229" h="3337" extrusionOk="0">
                  <a:moveTo>
                    <a:pt x="1081" y="1"/>
                  </a:moveTo>
                  <a:cubicBezTo>
                    <a:pt x="716" y="14"/>
                    <a:pt x="365" y="163"/>
                    <a:pt x="109" y="406"/>
                  </a:cubicBezTo>
                  <a:lnTo>
                    <a:pt x="419" y="770"/>
                  </a:lnTo>
                  <a:cubicBezTo>
                    <a:pt x="581" y="595"/>
                    <a:pt x="811" y="473"/>
                    <a:pt x="1054" y="473"/>
                  </a:cubicBezTo>
                  <a:cubicBezTo>
                    <a:pt x="1364" y="473"/>
                    <a:pt x="1526" y="635"/>
                    <a:pt x="1526" y="905"/>
                  </a:cubicBezTo>
                  <a:cubicBezTo>
                    <a:pt x="1526" y="1189"/>
                    <a:pt x="1324" y="1405"/>
                    <a:pt x="689" y="1405"/>
                  </a:cubicBezTo>
                  <a:lnTo>
                    <a:pt x="689" y="1837"/>
                  </a:lnTo>
                  <a:cubicBezTo>
                    <a:pt x="1432" y="1837"/>
                    <a:pt x="1634" y="2040"/>
                    <a:pt x="1634" y="2377"/>
                  </a:cubicBezTo>
                  <a:cubicBezTo>
                    <a:pt x="1634" y="2688"/>
                    <a:pt x="1391" y="2863"/>
                    <a:pt x="1040" y="2863"/>
                  </a:cubicBezTo>
                  <a:cubicBezTo>
                    <a:pt x="757" y="2850"/>
                    <a:pt x="473" y="2728"/>
                    <a:pt x="284" y="2512"/>
                  </a:cubicBezTo>
                  <a:lnTo>
                    <a:pt x="1" y="2890"/>
                  </a:lnTo>
                  <a:cubicBezTo>
                    <a:pt x="273" y="3176"/>
                    <a:pt x="658" y="3336"/>
                    <a:pt x="1047" y="3336"/>
                  </a:cubicBezTo>
                  <a:cubicBezTo>
                    <a:pt x="1063" y="3336"/>
                    <a:pt x="1079" y="3336"/>
                    <a:pt x="1094" y="3336"/>
                  </a:cubicBezTo>
                  <a:cubicBezTo>
                    <a:pt x="1715" y="3336"/>
                    <a:pt x="2228" y="2998"/>
                    <a:pt x="2228" y="2404"/>
                  </a:cubicBezTo>
                  <a:cubicBezTo>
                    <a:pt x="2228" y="2013"/>
                    <a:pt x="1945" y="1675"/>
                    <a:pt x="1553" y="1607"/>
                  </a:cubicBezTo>
                  <a:lnTo>
                    <a:pt x="1553" y="1594"/>
                  </a:lnTo>
                  <a:cubicBezTo>
                    <a:pt x="1904" y="1445"/>
                    <a:pt x="2107" y="1202"/>
                    <a:pt x="2107" y="851"/>
                  </a:cubicBezTo>
                  <a:cubicBezTo>
                    <a:pt x="2107" y="311"/>
                    <a:pt x="1688" y="1"/>
                    <a:pt x="10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65"/>
            <p:cNvSpPr/>
            <p:nvPr/>
          </p:nvSpPr>
          <p:spPr>
            <a:xfrm>
              <a:off x="676225" y="2903225"/>
              <a:ext cx="59100" cy="80025"/>
            </a:xfrm>
            <a:custGeom>
              <a:avLst/>
              <a:gdLst/>
              <a:ahLst/>
              <a:cxnLst/>
              <a:rect l="l" t="t" r="r" b="b"/>
              <a:pathLst>
                <a:path w="2364" h="3201" extrusionOk="0">
                  <a:moveTo>
                    <a:pt x="1431" y="527"/>
                  </a:moveTo>
                  <a:cubicBezTo>
                    <a:pt x="1431" y="729"/>
                    <a:pt x="1418" y="1026"/>
                    <a:pt x="1418" y="1202"/>
                  </a:cubicBezTo>
                  <a:lnTo>
                    <a:pt x="1418" y="1931"/>
                  </a:lnTo>
                  <a:lnTo>
                    <a:pt x="567" y="1931"/>
                  </a:lnTo>
                  <a:lnTo>
                    <a:pt x="1148" y="1040"/>
                  </a:lnTo>
                  <a:cubicBezTo>
                    <a:pt x="1242" y="864"/>
                    <a:pt x="1337" y="702"/>
                    <a:pt x="1418" y="527"/>
                  </a:cubicBezTo>
                  <a:close/>
                  <a:moveTo>
                    <a:pt x="1269" y="0"/>
                  </a:moveTo>
                  <a:lnTo>
                    <a:pt x="0" y="1985"/>
                  </a:lnTo>
                  <a:lnTo>
                    <a:pt x="0" y="2377"/>
                  </a:lnTo>
                  <a:lnTo>
                    <a:pt x="1418" y="2377"/>
                  </a:lnTo>
                  <a:lnTo>
                    <a:pt x="1418" y="3200"/>
                  </a:lnTo>
                  <a:lnTo>
                    <a:pt x="1958" y="3200"/>
                  </a:lnTo>
                  <a:lnTo>
                    <a:pt x="1958" y="2377"/>
                  </a:lnTo>
                  <a:lnTo>
                    <a:pt x="2363" y="2377"/>
                  </a:lnTo>
                  <a:lnTo>
                    <a:pt x="2363" y="1931"/>
                  </a:lnTo>
                  <a:lnTo>
                    <a:pt x="1958" y="1931"/>
                  </a:lnTo>
                  <a:lnTo>
                    <a:pt x="19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65"/>
            <p:cNvSpPr/>
            <p:nvPr/>
          </p:nvSpPr>
          <p:spPr>
            <a:xfrm>
              <a:off x="371425" y="31425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59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69"/>
                    <a:pt x="4902" y="3929"/>
                  </a:cubicBezTo>
                  <a:lnTo>
                    <a:pt x="4902" y="959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65"/>
            <p:cNvSpPr/>
            <p:nvPr/>
          </p:nvSpPr>
          <p:spPr>
            <a:xfrm>
              <a:off x="557075" y="3142525"/>
              <a:ext cx="122200" cy="122200"/>
            </a:xfrm>
            <a:custGeom>
              <a:avLst/>
              <a:gdLst/>
              <a:ahLst/>
              <a:cxnLst/>
              <a:rect l="l" t="t" r="r" b="b"/>
              <a:pathLst>
                <a:path w="4888" h="4888" extrusionOk="0">
                  <a:moveTo>
                    <a:pt x="959" y="1"/>
                  </a:moveTo>
                  <a:cubicBezTo>
                    <a:pt x="419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69"/>
                    <a:pt x="4888" y="3929"/>
                  </a:cubicBezTo>
                  <a:lnTo>
                    <a:pt x="4888" y="959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65"/>
            <p:cNvSpPr/>
            <p:nvPr/>
          </p:nvSpPr>
          <p:spPr>
            <a:xfrm>
              <a:off x="742375" y="31425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73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69"/>
                    <a:pt x="4901" y="3929"/>
                  </a:cubicBezTo>
                  <a:lnTo>
                    <a:pt x="4901" y="959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65"/>
            <p:cNvSpPr/>
            <p:nvPr/>
          </p:nvSpPr>
          <p:spPr>
            <a:xfrm>
              <a:off x="371425" y="33366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59" y="1"/>
                  </a:moveTo>
                  <a:cubicBezTo>
                    <a:pt x="433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33" y="4901"/>
                    <a:pt x="959" y="4901"/>
                  </a:cubicBezTo>
                  <a:lnTo>
                    <a:pt x="3930" y="4901"/>
                  </a:lnTo>
                  <a:cubicBezTo>
                    <a:pt x="4470" y="4901"/>
                    <a:pt x="4902" y="4469"/>
                    <a:pt x="4902" y="3943"/>
                  </a:cubicBezTo>
                  <a:lnTo>
                    <a:pt x="4902" y="973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65"/>
            <p:cNvSpPr/>
            <p:nvPr/>
          </p:nvSpPr>
          <p:spPr>
            <a:xfrm>
              <a:off x="557075" y="3336600"/>
              <a:ext cx="122200" cy="122550"/>
            </a:xfrm>
            <a:custGeom>
              <a:avLst/>
              <a:gdLst/>
              <a:ahLst/>
              <a:cxnLst/>
              <a:rect l="l" t="t" r="r" b="b"/>
              <a:pathLst>
                <a:path w="4888" h="4902" extrusionOk="0">
                  <a:moveTo>
                    <a:pt x="959" y="1"/>
                  </a:moveTo>
                  <a:cubicBezTo>
                    <a:pt x="419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19" y="4901"/>
                    <a:pt x="959" y="4901"/>
                  </a:cubicBezTo>
                  <a:lnTo>
                    <a:pt x="3929" y="4901"/>
                  </a:lnTo>
                  <a:cubicBezTo>
                    <a:pt x="4456" y="4901"/>
                    <a:pt x="4888" y="4469"/>
                    <a:pt x="4888" y="3943"/>
                  </a:cubicBezTo>
                  <a:lnTo>
                    <a:pt x="4888" y="973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65"/>
            <p:cNvSpPr/>
            <p:nvPr/>
          </p:nvSpPr>
          <p:spPr>
            <a:xfrm>
              <a:off x="742375" y="33366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73" y="1"/>
                  </a:moveTo>
                  <a:cubicBezTo>
                    <a:pt x="433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33" y="4901"/>
                    <a:pt x="973" y="4901"/>
                  </a:cubicBezTo>
                  <a:lnTo>
                    <a:pt x="3929" y="4901"/>
                  </a:lnTo>
                  <a:cubicBezTo>
                    <a:pt x="4469" y="4901"/>
                    <a:pt x="4901" y="4469"/>
                    <a:pt x="4901" y="3943"/>
                  </a:cubicBezTo>
                  <a:lnTo>
                    <a:pt x="4901" y="973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65"/>
            <p:cNvSpPr/>
            <p:nvPr/>
          </p:nvSpPr>
          <p:spPr>
            <a:xfrm>
              <a:off x="371425" y="35310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59" y="0"/>
                  </a:moveTo>
                  <a:cubicBezTo>
                    <a:pt x="433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69"/>
                    <a:pt x="4902" y="3929"/>
                  </a:cubicBezTo>
                  <a:lnTo>
                    <a:pt x="4902" y="959"/>
                  </a:lnTo>
                  <a:cubicBezTo>
                    <a:pt x="4902" y="432"/>
                    <a:pt x="4470" y="0"/>
                    <a:pt x="3930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65"/>
            <p:cNvSpPr/>
            <p:nvPr/>
          </p:nvSpPr>
          <p:spPr>
            <a:xfrm>
              <a:off x="557075" y="3531025"/>
              <a:ext cx="122200" cy="122200"/>
            </a:xfrm>
            <a:custGeom>
              <a:avLst/>
              <a:gdLst/>
              <a:ahLst/>
              <a:cxnLst/>
              <a:rect l="l" t="t" r="r" b="b"/>
              <a:pathLst>
                <a:path w="4888" h="4888" extrusionOk="0">
                  <a:moveTo>
                    <a:pt x="959" y="0"/>
                  </a:moveTo>
                  <a:cubicBezTo>
                    <a:pt x="419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69"/>
                    <a:pt x="4888" y="3929"/>
                  </a:cubicBezTo>
                  <a:lnTo>
                    <a:pt x="4888" y="959"/>
                  </a:lnTo>
                  <a:cubicBezTo>
                    <a:pt x="4888" y="432"/>
                    <a:pt x="4456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65"/>
            <p:cNvSpPr/>
            <p:nvPr/>
          </p:nvSpPr>
          <p:spPr>
            <a:xfrm>
              <a:off x="742375" y="35310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73" y="0"/>
                  </a:moveTo>
                  <a:cubicBezTo>
                    <a:pt x="433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69"/>
                    <a:pt x="4901" y="3929"/>
                  </a:cubicBezTo>
                  <a:lnTo>
                    <a:pt x="4901" y="959"/>
                  </a:lnTo>
                  <a:cubicBezTo>
                    <a:pt x="4901" y="432"/>
                    <a:pt x="4469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65"/>
            <p:cNvSpPr/>
            <p:nvPr/>
          </p:nvSpPr>
          <p:spPr>
            <a:xfrm>
              <a:off x="371425" y="37251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59" y="0"/>
                  </a:moveTo>
                  <a:cubicBezTo>
                    <a:pt x="433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33" y="4901"/>
                    <a:pt x="959" y="4901"/>
                  </a:cubicBezTo>
                  <a:lnTo>
                    <a:pt x="3930" y="4901"/>
                  </a:lnTo>
                  <a:cubicBezTo>
                    <a:pt x="4470" y="4901"/>
                    <a:pt x="4902" y="4469"/>
                    <a:pt x="4902" y="3929"/>
                  </a:cubicBezTo>
                  <a:lnTo>
                    <a:pt x="4902" y="972"/>
                  </a:lnTo>
                  <a:cubicBezTo>
                    <a:pt x="4902" y="432"/>
                    <a:pt x="4470" y="0"/>
                    <a:pt x="3930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65"/>
            <p:cNvSpPr/>
            <p:nvPr/>
          </p:nvSpPr>
          <p:spPr>
            <a:xfrm>
              <a:off x="557075" y="3725100"/>
              <a:ext cx="122200" cy="122550"/>
            </a:xfrm>
            <a:custGeom>
              <a:avLst/>
              <a:gdLst/>
              <a:ahLst/>
              <a:cxnLst/>
              <a:rect l="l" t="t" r="r" b="b"/>
              <a:pathLst>
                <a:path w="4888" h="4902" extrusionOk="0">
                  <a:moveTo>
                    <a:pt x="959" y="0"/>
                  </a:moveTo>
                  <a:cubicBezTo>
                    <a:pt x="419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19" y="4901"/>
                    <a:pt x="959" y="4901"/>
                  </a:cubicBezTo>
                  <a:lnTo>
                    <a:pt x="3929" y="4901"/>
                  </a:lnTo>
                  <a:cubicBezTo>
                    <a:pt x="4456" y="4901"/>
                    <a:pt x="4888" y="4469"/>
                    <a:pt x="4888" y="3929"/>
                  </a:cubicBezTo>
                  <a:lnTo>
                    <a:pt x="4888" y="972"/>
                  </a:lnTo>
                  <a:cubicBezTo>
                    <a:pt x="4888" y="432"/>
                    <a:pt x="4456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65"/>
            <p:cNvSpPr/>
            <p:nvPr/>
          </p:nvSpPr>
          <p:spPr>
            <a:xfrm>
              <a:off x="742375" y="37251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73" y="0"/>
                  </a:moveTo>
                  <a:cubicBezTo>
                    <a:pt x="433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33" y="4901"/>
                    <a:pt x="973" y="4901"/>
                  </a:cubicBezTo>
                  <a:lnTo>
                    <a:pt x="3929" y="4901"/>
                  </a:lnTo>
                  <a:cubicBezTo>
                    <a:pt x="4469" y="4901"/>
                    <a:pt x="4901" y="4469"/>
                    <a:pt x="4901" y="3929"/>
                  </a:cubicBezTo>
                  <a:lnTo>
                    <a:pt x="4901" y="972"/>
                  </a:lnTo>
                  <a:cubicBezTo>
                    <a:pt x="4901" y="432"/>
                    <a:pt x="4469" y="0"/>
                    <a:pt x="39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65"/>
            <p:cNvSpPr/>
            <p:nvPr/>
          </p:nvSpPr>
          <p:spPr>
            <a:xfrm>
              <a:off x="371425" y="3919500"/>
              <a:ext cx="122550" cy="122225"/>
            </a:xfrm>
            <a:custGeom>
              <a:avLst/>
              <a:gdLst/>
              <a:ahLst/>
              <a:cxnLst/>
              <a:rect l="l" t="t" r="r" b="b"/>
              <a:pathLst>
                <a:path w="4902" h="4889" extrusionOk="0">
                  <a:moveTo>
                    <a:pt x="959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56"/>
                    <a:pt x="4902" y="3930"/>
                  </a:cubicBezTo>
                  <a:lnTo>
                    <a:pt x="4902" y="959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65"/>
            <p:cNvSpPr/>
            <p:nvPr/>
          </p:nvSpPr>
          <p:spPr>
            <a:xfrm>
              <a:off x="557075" y="3919500"/>
              <a:ext cx="122200" cy="122225"/>
            </a:xfrm>
            <a:custGeom>
              <a:avLst/>
              <a:gdLst/>
              <a:ahLst/>
              <a:cxnLst/>
              <a:rect l="l" t="t" r="r" b="b"/>
              <a:pathLst>
                <a:path w="4888" h="4889" extrusionOk="0">
                  <a:moveTo>
                    <a:pt x="959" y="1"/>
                  </a:moveTo>
                  <a:cubicBezTo>
                    <a:pt x="419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56"/>
                    <a:pt x="4888" y="3930"/>
                  </a:cubicBezTo>
                  <a:lnTo>
                    <a:pt x="4888" y="959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65"/>
            <p:cNvSpPr/>
            <p:nvPr/>
          </p:nvSpPr>
          <p:spPr>
            <a:xfrm>
              <a:off x="742375" y="3919500"/>
              <a:ext cx="122550" cy="122225"/>
            </a:xfrm>
            <a:custGeom>
              <a:avLst/>
              <a:gdLst/>
              <a:ahLst/>
              <a:cxnLst/>
              <a:rect l="l" t="t" r="r" b="b"/>
              <a:pathLst>
                <a:path w="4902" h="4889" extrusionOk="0">
                  <a:moveTo>
                    <a:pt x="973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56"/>
                    <a:pt x="4901" y="3930"/>
                  </a:cubicBezTo>
                  <a:lnTo>
                    <a:pt x="4901" y="959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65"/>
            <p:cNvSpPr/>
            <p:nvPr/>
          </p:nvSpPr>
          <p:spPr>
            <a:xfrm>
              <a:off x="510825" y="4275600"/>
              <a:ext cx="214375" cy="60775"/>
            </a:xfrm>
            <a:custGeom>
              <a:avLst/>
              <a:gdLst/>
              <a:ahLst/>
              <a:cxnLst/>
              <a:rect l="l" t="t" r="r" b="b"/>
              <a:pathLst>
                <a:path w="8575" h="2431" extrusionOk="0">
                  <a:moveTo>
                    <a:pt x="1216" y="0"/>
                  </a:moveTo>
                  <a:cubicBezTo>
                    <a:pt x="541" y="0"/>
                    <a:pt x="1" y="540"/>
                    <a:pt x="1" y="1215"/>
                  </a:cubicBezTo>
                  <a:cubicBezTo>
                    <a:pt x="1" y="1877"/>
                    <a:pt x="541" y="2417"/>
                    <a:pt x="1216" y="2431"/>
                  </a:cubicBezTo>
                  <a:lnTo>
                    <a:pt x="7372" y="2431"/>
                  </a:lnTo>
                  <a:cubicBezTo>
                    <a:pt x="8034" y="2431"/>
                    <a:pt x="8574" y="1877"/>
                    <a:pt x="8574" y="1215"/>
                  </a:cubicBezTo>
                  <a:cubicBezTo>
                    <a:pt x="8574" y="540"/>
                    <a:pt x="8034" y="0"/>
                    <a:pt x="7372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0" name="Google Shape;1380;p65"/>
          <p:cNvGrpSpPr/>
          <p:nvPr/>
        </p:nvGrpSpPr>
        <p:grpSpPr>
          <a:xfrm>
            <a:off x="3469455" y="1767490"/>
            <a:ext cx="526576" cy="971363"/>
            <a:chOff x="6025000" y="1549275"/>
            <a:chExt cx="1516200" cy="2796900"/>
          </a:xfrm>
        </p:grpSpPr>
        <p:sp>
          <p:nvSpPr>
            <p:cNvPr id="1381" name="Google Shape;1381;p65"/>
            <p:cNvSpPr/>
            <p:nvPr/>
          </p:nvSpPr>
          <p:spPr>
            <a:xfrm>
              <a:off x="6151250" y="1549275"/>
              <a:ext cx="1282625" cy="2796900"/>
            </a:xfrm>
            <a:custGeom>
              <a:avLst/>
              <a:gdLst/>
              <a:ahLst/>
              <a:cxnLst/>
              <a:rect l="l" t="t" r="r" b="b"/>
              <a:pathLst>
                <a:path w="51305" h="111876" extrusionOk="0">
                  <a:moveTo>
                    <a:pt x="25532" y="1"/>
                  </a:moveTo>
                  <a:cubicBezTo>
                    <a:pt x="16665" y="1"/>
                    <a:pt x="7827" y="1300"/>
                    <a:pt x="5522" y="3935"/>
                  </a:cubicBezTo>
                  <a:cubicBezTo>
                    <a:pt x="1998" y="7972"/>
                    <a:pt x="0" y="77583"/>
                    <a:pt x="5522" y="106326"/>
                  </a:cubicBezTo>
                  <a:cubicBezTo>
                    <a:pt x="5522" y="106326"/>
                    <a:pt x="5657" y="111470"/>
                    <a:pt x="14082" y="111875"/>
                  </a:cubicBezTo>
                  <a:lnTo>
                    <a:pt x="37223" y="111875"/>
                  </a:lnTo>
                  <a:cubicBezTo>
                    <a:pt x="45661" y="111484"/>
                    <a:pt x="45782" y="106326"/>
                    <a:pt x="45782" y="106326"/>
                  </a:cubicBezTo>
                  <a:cubicBezTo>
                    <a:pt x="51304" y="77583"/>
                    <a:pt x="49347" y="7931"/>
                    <a:pt x="45782" y="3935"/>
                  </a:cubicBezTo>
                  <a:cubicBezTo>
                    <a:pt x="43456" y="1324"/>
                    <a:pt x="34479" y="1"/>
                    <a:pt x="255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65"/>
            <p:cNvSpPr/>
            <p:nvPr/>
          </p:nvSpPr>
          <p:spPr>
            <a:xfrm>
              <a:off x="6298825" y="3389475"/>
              <a:ext cx="248700" cy="124325"/>
            </a:xfrm>
            <a:custGeom>
              <a:avLst/>
              <a:gdLst/>
              <a:ahLst/>
              <a:cxnLst/>
              <a:rect l="l" t="t" r="r" b="b"/>
              <a:pathLst>
                <a:path w="9948" h="4973" extrusionOk="0">
                  <a:moveTo>
                    <a:pt x="3198" y="1"/>
                  </a:moveTo>
                  <a:cubicBezTo>
                    <a:pt x="2247" y="1"/>
                    <a:pt x="1515" y="338"/>
                    <a:pt x="1158" y="1166"/>
                  </a:cubicBezTo>
                  <a:cubicBezTo>
                    <a:pt x="1" y="3890"/>
                    <a:pt x="4358" y="4972"/>
                    <a:pt x="7209" y="4972"/>
                  </a:cubicBezTo>
                  <a:cubicBezTo>
                    <a:pt x="8415" y="4972"/>
                    <a:pt x="9352" y="4779"/>
                    <a:pt x="9488" y="4434"/>
                  </a:cubicBezTo>
                  <a:cubicBezTo>
                    <a:pt x="9947" y="3259"/>
                    <a:pt x="8449" y="1598"/>
                    <a:pt x="6154" y="694"/>
                  </a:cubicBezTo>
                  <a:cubicBezTo>
                    <a:pt x="5066" y="268"/>
                    <a:pt x="4045" y="1"/>
                    <a:pt x="31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65"/>
            <p:cNvSpPr/>
            <p:nvPr/>
          </p:nvSpPr>
          <p:spPr>
            <a:xfrm>
              <a:off x="6315725" y="3587225"/>
              <a:ext cx="248675" cy="124025"/>
            </a:xfrm>
            <a:custGeom>
              <a:avLst/>
              <a:gdLst/>
              <a:ahLst/>
              <a:cxnLst/>
              <a:rect l="l" t="t" r="r" b="b"/>
              <a:pathLst>
                <a:path w="9947" h="4961" extrusionOk="0">
                  <a:moveTo>
                    <a:pt x="3204" y="0"/>
                  </a:moveTo>
                  <a:cubicBezTo>
                    <a:pt x="2250" y="0"/>
                    <a:pt x="1515" y="337"/>
                    <a:pt x="1157" y="1168"/>
                  </a:cubicBezTo>
                  <a:cubicBezTo>
                    <a:pt x="0" y="3881"/>
                    <a:pt x="4354" y="4961"/>
                    <a:pt x="7205" y="4961"/>
                  </a:cubicBezTo>
                  <a:cubicBezTo>
                    <a:pt x="8413" y="4961"/>
                    <a:pt x="9351" y="4767"/>
                    <a:pt x="9487" y="4422"/>
                  </a:cubicBezTo>
                  <a:cubicBezTo>
                    <a:pt x="9946" y="3261"/>
                    <a:pt x="8448" y="1586"/>
                    <a:pt x="6139" y="682"/>
                  </a:cubicBezTo>
                  <a:cubicBezTo>
                    <a:pt x="5062" y="264"/>
                    <a:pt x="4047" y="0"/>
                    <a:pt x="32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65"/>
            <p:cNvSpPr/>
            <p:nvPr/>
          </p:nvSpPr>
          <p:spPr>
            <a:xfrm>
              <a:off x="6332550" y="3784725"/>
              <a:ext cx="248375" cy="124250"/>
            </a:xfrm>
            <a:custGeom>
              <a:avLst/>
              <a:gdLst/>
              <a:ahLst/>
              <a:cxnLst/>
              <a:rect l="l" t="t" r="r" b="b"/>
              <a:pathLst>
                <a:path w="9935" h="4970" extrusionOk="0">
                  <a:moveTo>
                    <a:pt x="3197" y="0"/>
                  </a:moveTo>
                  <a:cubicBezTo>
                    <a:pt x="2248" y="0"/>
                    <a:pt x="1516" y="337"/>
                    <a:pt x="1159" y="1166"/>
                  </a:cubicBezTo>
                  <a:cubicBezTo>
                    <a:pt x="0" y="3884"/>
                    <a:pt x="4372" y="4969"/>
                    <a:pt x="7223" y="4969"/>
                  </a:cubicBezTo>
                  <a:cubicBezTo>
                    <a:pt x="8423" y="4969"/>
                    <a:pt x="9353" y="4777"/>
                    <a:pt x="9489" y="4433"/>
                  </a:cubicBezTo>
                  <a:cubicBezTo>
                    <a:pt x="9935" y="3259"/>
                    <a:pt x="8436" y="1598"/>
                    <a:pt x="6141" y="693"/>
                  </a:cubicBezTo>
                  <a:cubicBezTo>
                    <a:pt x="5060" y="267"/>
                    <a:pt x="4042" y="0"/>
                    <a:pt x="31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65"/>
            <p:cNvSpPr/>
            <p:nvPr/>
          </p:nvSpPr>
          <p:spPr>
            <a:xfrm>
              <a:off x="6349475" y="3982450"/>
              <a:ext cx="248350" cy="124050"/>
            </a:xfrm>
            <a:custGeom>
              <a:avLst/>
              <a:gdLst/>
              <a:ahLst/>
              <a:cxnLst/>
              <a:rect l="l" t="t" r="r" b="b"/>
              <a:pathLst>
                <a:path w="9934" h="4962" extrusionOk="0">
                  <a:moveTo>
                    <a:pt x="3199" y="1"/>
                  </a:moveTo>
                  <a:cubicBezTo>
                    <a:pt x="2243" y="1"/>
                    <a:pt x="1508" y="338"/>
                    <a:pt x="1157" y="1169"/>
                  </a:cubicBezTo>
                  <a:cubicBezTo>
                    <a:pt x="0" y="3881"/>
                    <a:pt x="4354" y="4961"/>
                    <a:pt x="7201" y="4961"/>
                  </a:cubicBezTo>
                  <a:cubicBezTo>
                    <a:pt x="8406" y="4961"/>
                    <a:pt x="9341" y="4768"/>
                    <a:pt x="9474" y="4422"/>
                  </a:cubicBezTo>
                  <a:cubicBezTo>
                    <a:pt x="9933" y="3261"/>
                    <a:pt x="8434" y="1587"/>
                    <a:pt x="6139" y="683"/>
                  </a:cubicBezTo>
                  <a:cubicBezTo>
                    <a:pt x="5062" y="264"/>
                    <a:pt x="4044" y="1"/>
                    <a:pt x="31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65"/>
            <p:cNvSpPr/>
            <p:nvPr/>
          </p:nvSpPr>
          <p:spPr>
            <a:xfrm>
              <a:off x="7026100" y="3389475"/>
              <a:ext cx="248375" cy="124325"/>
            </a:xfrm>
            <a:custGeom>
              <a:avLst/>
              <a:gdLst/>
              <a:ahLst/>
              <a:cxnLst/>
              <a:rect l="l" t="t" r="r" b="b"/>
              <a:pathLst>
                <a:path w="9935" h="4973" extrusionOk="0">
                  <a:moveTo>
                    <a:pt x="6739" y="1"/>
                  </a:moveTo>
                  <a:cubicBezTo>
                    <a:pt x="5894" y="1"/>
                    <a:pt x="4876" y="268"/>
                    <a:pt x="3795" y="694"/>
                  </a:cubicBezTo>
                  <a:cubicBezTo>
                    <a:pt x="1500" y="1598"/>
                    <a:pt x="1" y="3259"/>
                    <a:pt x="460" y="4434"/>
                  </a:cubicBezTo>
                  <a:cubicBezTo>
                    <a:pt x="592" y="4779"/>
                    <a:pt x="1526" y="4972"/>
                    <a:pt x="2730" y="4972"/>
                  </a:cubicBezTo>
                  <a:cubicBezTo>
                    <a:pt x="5577" y="4972"/>
                    <a:pt x="9934" y="3890"/>
                    <a:pt x="8777" y="1166"/>
                  </a:cubicBezTo>
                  <a:cubicBezTo>
                    <a:pt x="8419" y="338"/>
                    <a:pt x="7688" y="1"/>
                    <a:pt x="67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65"/>
            <p:cNvSpPr/>
            <p:nvPr/>
          </p:nvSpPr>
          <p:spPr>
            <a:xfrm>
              <a:off x="7009225" y="3587225"/>
              <a:ext cx="248600" cy="124025"/>
            </a:xfrm>
            <a:custGeom>
              <a:avLst/>
              <a:gdLst/>
              <a:ahLst/>
              <a:cxnLst/>
              <a:rect l="l" t="t" r="r" b="b"/>
              <a:pathLst>
                <a:path w="9944" h="4961" extrusionOk="0">
                  <a:moveTo>
                    <a:pt x="6730" y="0"/>
                  </a:moveTo>
                  <a:cubicBezTo>
                    <a:pt x="5887" y="0"/>
                    <a:pt x="4872" y="264"/>
                    <a:pt x="3795" y="682"/>
                  </a:cubicBezTo>
                  <a:cubicBezTo>
                    <a:pt x="1499" y="1586"/>
                    <a:pt x="1" y="3261"/>
                    <a:pt x="460" y="4422"/>
                  </a:cubicBezTo>
                  <a:cubicBezTo>
                    <a:pt x="592" y="4767"/>
                    <a:pt x="1529" y="4961"/>
                    <a:pt x="2736" y="4961"/>
                  </a:cubicBezTo>
                  <a:cubicBezTo>
                    <a:pt x="5586" y="4961"/>
                    <a:pt x="9943" y="3881"/>
                    <a:pt x="8777" y="1168"/>
                  </a:cubicBezTo>
                  <a:cubicBezTo>
                    <a:pt x="8418" y="337"/>
                    <a:pt x="7684" y="0"/>
                    <a:pt x="67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65"/>
            <p:cNvSpPr/>
            <p:nvPr/>
          </p:nvSpPr>
          <p:spPr>
            <a:xfrm>
              <a:off x="6992350" y="3784725"/>
              <a:ext cx="248750" cy="124250"/>
            </a:xfrm>
            <a:custGeom>
              <a:avLst/>
              <a:gdLst/>
              <a:ahLst/>
              <a:cxnLst/>
              <a:rect l="l" t="t" r="r" b="b"/>
              <a:pathLst>
                <a:path w="9950" h="4970" extrusionOk="0">
                  <a:moveTo>
                    <a:pt x="6750" y="0"/>
                  </a:moveTo>
                  <a:cubicBezTo>
                    <a:pt x="5903" y="0"/>
                    <a:pt x="4882" y="267"/>
                    <a:pt x="3795" y="693"/>
                  </a:cubicBezTo>
                  <a:cubicBezTo>
                    <a:pt x="1499" y="1598"/>
                    <a:pt x="1" y="3259"/>
                    <a:pt x="460" y="4433"/>
                  </a:cubicBezTo>
                  <a:cubicBezTo>
                    <a:pt x="596" y="4777"/>
                    <a:pt x="1526" y="4969"/>
                    <a:pt x="2726" y="4969"/>
                  </a:cubicBezTo>
                  <a:cubicBezTo>
                    <a:pt x="5578" y="4969"/>
                    <a:pt x="9949" y="3884"/>
                    <a:pt x="8790" y="1166"/>
                  </a:cubicBezTo>
                  <a:cubicBezTo>
                    <a:pt x="8433" y="337"/>
                    <a:pt x="7702" y="0"/>
                    <a:pt x="6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65"/>
            <p:cNvSpPr/>
            <p:nvPr/>
          </p:nvSpPr>
          <p:spPr>
            <a:xfrm>
              <a:off x="6975475" y="3982450"/>
              <a:ext cx="248700" cy="124050"/>
            </a:xfrm>
            <a:custGeom>
              <a:avLst/>
              <a:gdLst/>
              <a:ahLst/>
              <a:cxnLst/>
              <a:rect l="l" t="t" r="r" b="b"/>
              <a:pathLst>
                <a:path w="9948" h="4962" extrusionOk="0">
                  <a:moveTo>
                    <a:pt x="6742" y="1"/>
                  </a:moveTo>
                  <a:cubicBezTo>
                    <a:pt x="5896" y="1"/>
                    <a:pt x="4878" y="264"/>
                    <a:pt x="3795" y="683"/>
                  </a:cubicBezTo>
                  <a:cubicBezTo>
                    <a:pt x="1499" y="1587"/>
                    <a:pt x="1" y="3261"/>
                    <a:pt x="460" y="4422"/>
                  </a:cubicBezTo>
                  <a:cubicBezTo>
                    <a:pt x="596" y="4768"/>
                    <a:pt x="1535" y="4961"/>
                    <a:pt x="2742" y="4961"/>
                  </a:cubicBezTo>
                  <a:cubicBezTo>
                    <a:pt x="5594" y="4961"/>
                    <a:pt x="9947" y="3881"/>
                    <a:pt x="8790" y="1169"/>
                  </a:cubicBezTo>
                  <a:cubicBezTo>
                    <a:pt x="8432" y="338"/>
                    <a:pt x="7697" y="1"/>
                    <a:pt x="67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65"/>
            <p:cNvSpPr/>
            <p:nvPr/>
          </p:nvSpPr>
          <p:spPr>
            <a:xfrm>
              <a:off x="6669350" y="3454400"/>
              <a:ext cx="224475" cy="118825"/>
            </a:xfrm>
            <a:custGeom>
              <a:avLst/>
              <a:gdLst/>
              <a:ahLst/>
              <a:cxnLst/>
              <a:rect l="l" t="t" r="r" b="b"/>
              <a:pathLst>
                <a:path w="8979" h="4753" extrusionOk="0">
                  <a:moveTo>
                    <a:pt x="4483" y="0"/>
                  </a:moveTo>
                  <a:cubicBezTo>
                    <a:pt x="2012" y="0"/>
                    <a:pt x="0" y="176"/>
                    <a:pt x="0" y="1661"/>
                  </a:cubicBezTo>
                  <a:cubicBezTo>
                    <a:pt x="0" y="3160"/>
                    <a:pt x="2012" y="4753"/>
                    <a:pt x="4483" y="4753"/>
                  </a:cubicBezTo>
                  <a:cubicBezTo>
                    <a:pt x="6967" y="4753"/>
                    <a:pt x="8978" y="3160"/>
                    <a:pt x="8978" y="1661"/>
                  </a:cubicBezTo>
                  <a:cubicBezTo>
                    <a:pt x="8978" y="176"/>
                    <a:pt x="6967" y="0"/>
                    <a:pt x="44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65"/>
            <p:cNvSpPr/>
            <p:nvPr/>
          </p:nvSpPr>
          <p:spPr>
            <a:xfrm>
              <a:off x="6669350" y="3649150"/>
              <a:ext cx="224475" cy="118825"/>
            </a:xfrm>
            <a:custGeom>
              <a:avLst/>
              <a:gdLst/>
              <a:ahLst/>
              <a:cxnLst/>
              <a:rect l="l" t="t" r="r" b="b"/>
              <a:pathLst>
                <a:path w="8979" h="4753" extrusionOk="0">
                  <a:moveTo>
                    <a:pt x="4483" y="1"/>
                  </a:moveTo>
                  <a:cubicBezTo>
                    <a:pt x="2012" y="1"/>
                    <a:pt x="0" y="176"/>
                    <a:pt x="0" y="1675"/>
                  </a:cubicBezTo>
                  <a:cubicBezTo>
                    <a:pt x="0" y="3173"/>
                    <a:pt x="2012" y="4753"/>
                    <a:pt x="4483" y="4753"/>
                  </a:cubicBezTo>
                  <a:cubicBezTo>
                    <a:pt x="6967" y="4753"/>
                    <a:pt x="8978" y="3173"/>
                    <a:pt x="8978" y="1675"/>
                  </a:cubicBezTo>
                  <a:cubicBezTo>
                    <a:pt x="8978" y="176"/>
                    <a:pt x="6967" y="1"/>
                    <a:pt x="44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65"/>
            <p:cNvSpPr/>
            <p:nvPr/>
          </p:nvSpPr>
          <p:spPr>
            <a:xfrm>
              <a:off x="6669350" y="3844250"/>
              <a:ext cx="224475" cy="118825"/>
            </a:xfrm>
            <a:custGeom>
              <a:avLst/>
              <a:gdLst/>
              <a:ahLst/>
              <a:cxnLst/>
              <a:rect l="l" t="t" r="r" b="b"/>
              <a:pathLst>
                <a:path w="8979" h="4753" extrusionOk="0">
                  <a:moveTo>
                    <a:pt x="4483" y="0"/>
                  </a:moveTo>
                  <a:cubicBezTo>
                    <a:pt x="2012" y="0"/>
                    <a:pt x="0" y="176"/>
                    <a:pt x="0" y="1674"/>
                  </a:cubicBezTo>
                  <a:cubicBezTo>
                    <a:pt x="0" y="3159"/>
                    <a:pt x="2012" y="4752"/>
                    <a:pt x="4483" y="4752"/>
                  </a:cubicBezTo>
                  <a:cubicBezTo>
                    <a:pt x="6967" y="4752"/>
                    <a:pt x="8978" y="3159"/>
                    <a:pt x="8978" y="1674"/>
                  </a:cubicBezTo>
                  <a:cubicBezTo>
                    <a:pt x="8978" y="176"/>
                    <a:pt x="6967" y="0"/>
                    <a:pt x="44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65"/>
            <p:cNvSpPr/>
            <p:nvPr/>
          </p:nvSpPr>
          <p:spPr>
            <a:xfrm>
              <a:off x="6669350" y="4039000"/>
              <a:ext cx="224475" cy="118825"/>
            </a:xfrm>
            <a:custGeom>
              <a:avLst/>
              <a:gdLst/>
              <a:ahLst/>
              <a:cxnLst/>
              <a:rect l="l" t="t" r="r" b="b"/>
              <a:pathLst>
                <a:path w="8979" h="4753" extrusionOk="0">
                  <a:moveTo>
                    <a:pt x="4483" y="0"/>
                  </a:moveTo>
                  <a:cubicBezTo>
                    <a:pt x="2012" y="0"/>
                    <a:pt x="0" y="176"/>
                    <a:pt x="0" y="1674"/>
                  </a:cubicBezTo>
                  <a:cubicBezTo>
                    <a:pt x="0" y="3173"/>
                    <a:pt x="2012" y="4753"/>
                    <a:pt x="4483" y="4753"/>
                  </a:cubicBezTo>
                  <a:cubicBezTo>
                    <a:pt x="6967" y="4753"/>
                    <a:pt x="8978" y="3173"/>
                    <a:pt x="8978" y="1674"/>
                  </a:cubicBezTo>
                  <a:cubicBezTo>
                    <a:pt x="8978" y="176"/>
                    <a:pt x="6967" y="0"/>
                    <a:pt x="44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65"/>
            <p:cNvSpPr/>
            <p:nvPr/>
          </p:nvSpPr>
          <p:spPr>
            <a:xfrm>
              <a:off x="6025000" y="1584525"/>
              <a:ext cx="1516200" cy="1786900"/>
            </a:xfrm>
            <a:custGeom>
              <a:avLst/>
              <a:gdLst/>
              <a:ahLst/>
              <a:cxnLst/>
              <a:rect l="l" t="t" r="r" b="b"/>
              <a:pathLst>
                <a:path w="60648" h="71476" extrusionOk="0">
                  <a:moveTo>
                    <a:pt x="30716" y="0"/>
                  </a:moveTo>
                  <a:cubicBezTo>
                    <a:pt x="25437" y="0"/>
                    <a:pt x="19793" y="1067"/>
                    <a:pt x="16229" y="1890"/>
                  </a:cubicBezTo>
                  <a:cubicBezTo>
                    <a:pt x="13974" y="2403"/>
                    <a:pt x="12192" y="4158"/>
                    <a:pt x="11639" y="6413"/>
                  </a:cubicBezTo>
                  <a:cubicBezTo>
                    <a:pt x="8479" y="19279"/>
                    <a:pt x="1" y="62726"/>
                    <a:pt x="26854" y="71002"/>
                  </a:cubicBezTo>
                  <a:cubicBezTo>
                    <a:pt x="27919" y="71313"/>
                    <a:pt x="29008" y="71475"/>
                    <a:pt x="30111" y="71475"/>
                  </a:cubicBezTo>
                  <a:cubicBezTo>
                    <a:pt x="30155" y="71475"/>
                    <a:pt x="30199" y="71475"/>
                    <a:pt x="30243" y="71474"/>
                  </a:cubicBezTo>
                  <a:lnTo>
                    <a:pt x="30270" y="71474"/>
                  </a:lnTo>
                  <a:cubicBezTo>
                    <a:pt x="30314" y="71475"/>
                    <a:pt x="30359" y="71475"/>
                    <a:pt x="30403" y="71475"/>
                  </a:cubicBezTo>
                  <a:cubicBezTo>
                    <a:pt x="31506" y="71475"/>
                    <a:pt x="32607" y="71313"/>
                    <a:pt x="33659" y="71002"/>
                  </a:cubicBezTo>
                  <a:cubicBezTo>
                    <a:pt x="60648" y="62685"/>
                    <a:pt x="51953" y="18888"/>
                    <a:pt x="48834" y="6238"/>
                  </a:cubicBezTo>
                  <a:cubicBezTo>
                    <a:pt x="48294" y="4037"/>
                    <a:pt x="46579" y="2322"/>
                    <a:pt x="44379" y="1769"/>
                  </a:cubicBezTo>
                  <a:cubicBezTo>
                    <a:pt x="39910" y="621"/>
                    <a:pt x="35320" y="27"/>
                    <a:pt x="30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65"/>
            <p:cNvSpPr/>
            <p:nvPr/>
          </p:nvSpPr>
          <p:spPr>
            <a:xfrm>
              <a:off x="6109400" y="1606800"/>
              <a:ext cx="1340325" cy="1489175"/>
            </a:xfrm>
            <a:custGeom>
              <a:avLst/>
              <a:gdLst/>
              <a:ahLst/>
              <a:cxnLst/>
              <a:rect l="l" t="t" r="r" b="b"/>
              <a:pathLst>
                <a:path w="53613" h="59567" extrusionOk="0">
                  <a:moveTo>
                    <a:pt x="27110" y="0"/>
                  </a:moveTo>
                  <a:cubicBezTo>
                    <a:pt x="22452" y="0"/>
                    <a:pt x="17470" y="932"/>
                    <a:pt x="14311" y="1647"/>
                  </a:cubicBezTo>
                  <a:cubicBezTo>
                    <a:pt x="12313" y="2093"/>
                    <a:pt x="10747" y="3618"/>
                    <a:pt x="10234" y="5603"/>
                  </a:cubicBezTo>
                  <a:cubicBezTo>
                    <a:pt x="7453" y="16782"/>
                    <a:pt x="0" y="51560"/>
                    <a:pt x="23370" y="59040"/>
                  </a:cubicBezTo>
                  <a:cubicBezTo>
                    <a:pt x="24464" y="59391"/>
                    <a:pt x="25585" y="59566"/>
                    <a:pt x="26719" y="59566"/>
                  </a:cubicBezTo>
                  <a:cubicBezTo>
                    <a:pt x="27745" y="59566"/>
                    <a:pt x="28744" y="59431"/>
                    <a:pt x="29729" y="59134"/>
                  </a:cubicBezTo>
                  <a:cubicBezTo>
                    <a:pt x="53613" y="51884"/>
                    <a:pt x="45917" y="16485"/>
                    <a:pt x="43149" y="5441"/>
                  </a:cubicBezTo>
                  <a:cubicBezTo>
                    <a:pt x="42663" y="3524"/>
                    <a:pt x="41151" y="2025"/>
                    <a:pt x="39221" y="1553"/>
                  </a:cubicBezTo>
                  <a:cubicBezTo>
                    <a:pt x="35265" y="554"/>
                    <a:pt x="31201" y="27"/>
                    <a:pt x="271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65"/>
            <p:cNvSpPr/>
            <p:nvPr/>
          </p:nvSpPr>
          <p:spPr>
            <a:xfrm>
              <a:off x="6113429" y="1637534"/>
              <a:ext cx="1340325" cy="1489175"/>
            </a:xfrm>
            <a:custGeom>
              <a:avLst/>
              <a:gdLst/>
              <a:ahLst/>
              <a:cxnLst/>
              <a:rect l="l" t="t" r="r" b="b"/>
              <a:pathLst>
                <a:path w="53613" h="59567" extrusionOk="0">
                  <a:moveTo>
                    <a:pt x="27110" y="0"/>
                  </a:moveTo>
                  <a:cubicBezTo>
                    <a:pt x="22452" y="0"/>
                    <a:pt x="17470" y="932"/>
                    <a:pt x="14311" y="1647"/>
                  </a:cubicBezTo>
                  <a:cubicBezTo>
                    <a:pt x="12313" y="2093"/>
                    <a:pt x="10747" y="3618"/>
                    <a:pt x="10234" y="5603"/>
                  </a:cubicBezTo>
                  <a:cubicBezTo>
                    <a:pt x="7453" y="16782"/>
                    <a:pt x="0" y="51560"/>
                    <a:pt x="23370" y="59040"/>
                  </a:cubicBezTo>
                  <a:cubicBezTo>
                    <a:pt x="24464" y="59391"/>
                    <a:pt x="25585" y="59566"/>
                    <a:pt x="26719" y="59566"/>
                  </a:cubicBezTo>
                  <a:cubicBezTo>
                    <a:pt x="27745" y="59566"/>
                    <a:pt x="28744" y="59431"/>
                    <a:pt x="29729" y="59134"/>
                  </a:cubicBezTo>
                  <a:cubicBezTo>
                    <a:pt x="53613" y="51884"/>
                    <a:pt x="45917" y="16485"/>
                    <a:pt x="43149" y="5441"/>
                  </a:cubicBezTo>
                  <a:cubicBezTo>
                    <a:pt x="42663" y="3524"/>
                    <a:pt x="41151" y="2025"/>
                    <a:pt x="39221" y="1553"/>
                  </a:cubicBezTo>
                  <a:cubicBezTo>
                    <a:pt x="35265" y="554"/>
                    <a:pt x="31201" y="27"/>
                    <a:pt x="271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65"/>
            <p:cNvSpPr/>
            <p:nvPr/>
          </p:nvSpPr>
          <p:spPr>
            <a:xfrm>
              <a:off x="6756775" y="1747200"/>
              <a:ext cx="40850" cy="40525"/>
            </a:xfrm>
            <a:custGeom>
              <a:avLst/>
              <a:gdLst/>
              <a:ahLst/>
              <a:cxnLst/>
              <a:rect l="l" t="t" r="r" b="b"/>
              <a:pathLst>
                <a:path w="1634" h="1621" extrusionOk="0">
                  <a:moveTo>
                    <a:pt x="824" y="1"/>
                  </a:moveTo>
                  <a:cubicBezTo>
                    <a:pt x="365" y="1"/>
                    <a:pt x="0" y="365"/>
                    <a:pt x="0" y="811"/>
                  </a:cubicBezTo>
                  <a:cubicBezTo>
                    <a:pt x="0" y="1256"/>
                    <a:pt x="365" y="1621"/>
                    <a:pt x="824" y="1621"/>
                  </a:cubicBezTo>
                  <a:cubicBezTo>
                    <a:pt x="1269" y="1621"/>
                    <a:pt x="1634" y="1256"/>
                    <a:pt x="1634" y="811"/>
                  </a:cubicBezTo>
                  <a:cubicBezTo>
                    <a:pt x="1634" y="365"/>
                    <a:pt x="1269" y="1"/>
                    <a:pt x="8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65"/>
            <p:cNvSpPr/>
            <p:nvPr/>
          </p:nvSpPr>
          <p:spPr>
            <a:xfrm>
              <a:off x="6756775" y="1834950"/>
              <a:ext cx="40850" cy="40875"/>
            </a:xfrm>
            <a:custGeom>
              <a:avLst/>
              <a:gdLst/>
              <a:ahLst/>
              <a:cxnLst/>
              <a:rect l="l" t="t" r="r" b="b"/>
              <a:pathLst>
                <a:path w="1634" h="1635" extrusionOk="0">
                  <a:moveTo>
                    <a:pt x="824" y="1"/>
                  </a:moveTo>
                  <a:cubicBezTo>
                    <a:pt x="365" y="1"/>
                    <a:pt x="0" y="365"/>
                    <a:pt x="0" y="824"/>
                  </a:cubicBezTo>
                  <a:cubicBezTo>
                    <a:pt x="0" y="1270"/>
                    <a:pt x="365" y="1634"/>
                    <a:pt x="824" y="1634"/>
                  </a:cubicBezTo>
                  <a:cubicBezTo>
                    <a:pt x="1269" y="1634"/>
                    <a:pt x="1634" y="1270"/>
                    <a:pt x="1634" y="824"/>
                  </a:cubicBezTo>
                  <a:cubicBezTo>
                    <a:pt x="1634" y="365"/>
                    <a:pt x="1269" y="1"/>
                    <a:pt x="8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65"/>
            <p:cNvSpPr/>
            <p:nvPr/>
          </p:nvSpPr>
          <p:spPr>
            <a:xfrm>
              <a:off x="6756775" y="1923050"/>
              <a:ext cx="40850" cy="40525"/>
            </a:xfrm>
            <a:custGeom>
              <a:avLst/>
              <a:gdLst/>
              <a:ahLst/>
              <a:cxnLst/>
              <a:rect l="l" t="t" r="r" b="b"/>
              <a:pathLst>
                <a:path w="1634" h="1621" extrusionOk="0">
                  <a:moveTo>
                    <a:pt x="824" y="1"/>
                  </a:moveTo>
                  <a:cubicBezTo>
                    <a:pt x="365" y="1"/>
                    <a:pt x="0" y="365"/>
                    <a:pt x="0" y="811"/>
                  </a:cubicBezTo>
                  <a:cubicBezTo>
                    <a:pt x="0" y="1256"/>
                    <a:pt x="365" y="1621"/>
                    <a:pt x="824" y="1621"/>
                  </a:cubicBezTo>
                  <a:cubicBezTo>
                    <a:pt x="1269" y="1621"/>
                    <a:pt x="1634" y="1256"/>
                    <a:pt x="1634" y="811"/>
                  </a:cubicBezTo>
                  <a:cubicBezTo>
                    <a:pt x="1634" y="365"/>
                    <a:pt x="1269" y="1"/>
                    <a:pt x="8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65"/>
            <p:cNvSpPr/>
            <p:nvPr/>
          </p:nvSpPr>
          <p:spPr>
            <a:xfrm>
              <a:off x="6376025" y="2179900"/>
              <a:ext cx="824600" cy="537375"/>
            </a:xfrm>
            <a:custGeom>
              <a:avLst/>
              <a:gdLst/>
              <a:ahLst/>
              <a:cxnLst/>
              <a:rect l="l" t="t" r="r" b="b"/>
              <a:pathLst>
                <a:path w="32984" h="21495" extrusionOk="0">
                  <a:moveTo>
                    <a:pt x="1351" y="1"/>
                  </a:moveTo>
                  <a:cubicBezTo>
                    <a:pt x="608" y="1"/>
                    <a:pt x="1" y="608"/>
                    <a:pt x="1" y="1351"/>
                  </a:cubicBezTo>
                  <a:lnTo>
                    <a:pt x="1" y="20144"/>
                  </a:lnTo>
                  <a:cubicBezTo>
                    <a:pt x="1" y="20887"/>
                    <a:pt x="608" y="21494"/>
                    <a:pt x="1351" y="21494"/>
                  </a:cubicBezTo>
                  <a:lnTo>
                    <a:pt x="31620" y="21494"/>
                  </a:lnTo>
                  <a:cubicBezTo>
                    <a:pt x="32376" y="21494"/>
                    <a:pt x="32984" y="20887"/>
                    <a:pt x="32984" y="20144"/>
                  </a:cubicBezTo>
                  <a:lnTo>
                    <a:pt x="32984" y="1351"/>
                  </a:lnTo>
                  <a:cubicBezTo>
                    <a:pt x="32984" y="608"/>
                    <a:pt x="32376" y="1"/>
                    <a:pt x="316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65"/>
            <p:cNvSpPr/>
            <p:nvPr/>
          </p:nvSpPr>
          <p:spPr>
            <a:xfrm>
              <a:off x="6378400" y="3082625"/>
              <a:ext cx="222125" cy="192075"/>
            </a:xfrm>
            <a:custGeom>
              <a:avLst/>
              <a:gdLst/>
              <a:ahLst/>
              <a:cxnLst/>
              <a:rect l="l" t="t" r="r" b="b"/>
              <a:pathLst>
                <a:path w="8885" h="7683" extrusionOk="0">
                  <a:moveTo>
                    <a:pt x="2207" y="1"/>
                  </a:moveTo>
                  <a:cubicBezTo>
                    <a:pt x="2098" y="1"/>
                    <a:pt x="1988" y="29"/>
                    <a:pt x="1890" y="88"/>
                  </a:cubicBezTo>
                  <a:lnTo>
                    <a:pt x="392" y="979"/>
                  </a:lnTo>
                  <a:cubicBezTo>
                    <a:pt x="95" y="1154"/>
                    <a:pt x="0" y="1533"/>
                    <a:pt x="149" y="1830"/>
                  </a:cubicBezTo>
                  <a:cubicBezTo>
                    <a:pt x="1283" y="4111"/>
                    <a:pt x="4442" y="6636"/>
                    <a:pt x="5644" y="7554"/>
                  </a:cubicBezTo>
                  <a:cubicBezTo>
                    <a:pt x="5759" y="7640"/>
                    <a:pt x="5894" y="7683"/>
                    <a:pt x="6028" y="7683"/>
                  </a:cubicBezTo>
                  <a:cubicBezTo>
                    <a:pt x="6207" y="7683"/>
                    <a:pt x="6384" y="7606"/>
                    <a:pt x="6508" y="7459"/>
                  </a:cubicBezTo>
                  <a:lnTo>
                    <a:pt x="8601" y="5016"/>
                  </a:lnTo>
                  <a:cubicBezTo>
                    <a:pt x="8884" y="4665"/>
                    <a:pt x="8722" y="4138"/>
                    <a:pt x="8290" y="4003"/>
                  </a:cubicBezTo>
                  <a:cubicBezTo>
                    <a:pt x="6062" y="3423"/>
                    <a:pt x="4091" y="2100"/>
                    <a:pt x="2714" y="263"/>
                  </a:cubicBezTo>
                  <a:cubicBezTo>
                    <a:pt x="2593" y="91"/>
                    <a:pt x="2401" y="1"/>
                    <a:pt x="22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65"/>
            <p:cNvSpPr/>
            <p:nvPr/>
          </p:nvSpPr>
          <p:spPr>
            <a:xfrm>
              <a:off x="6465475" y="3152900"/>
              <a:ext cx="38550" cy="66600"/>
            </a:xfrm>
            <a:custGeom>
              <a:avLst/>
              <a:gdLst/>
              <a:ahLst/>
              <a:cxnLst/>
              <a:rect l="l" t="t" r="r" b="b"/>
              <a:pathLst>
                <a:path w="1542" h="2664" extrusionOk="0">
                  <a:moveTo>
                    <a:pt x="1146" y="1"/>
                  </a:moveTo>
                  <a:cubicBezTo>
                    <a:pt x="1099" y="1"/>
                    <a:pt x="1050" y="14"/>
                    <a:pt x="1000" y="45"/>
                  </a:cubicBezTo>
                  <a:cubicBezTo>
                    <a:pt x="892" y="112"/>
                    <a:pt x="1" y="652"/>
                    <a:pt x="14" y="1422"/>
                  </a:cubicBezTo>
                  <a:cubicBezTo>
                    <a:pt x="28" y="1894"/>
                    <a:pt x="365" y="2299"/>
                    <a:pt x="1000" y="2637"/>
                  </a:cubicBezTo>
                  <a:cubicBezTo>
                    <a:pt x="1040" y="2650"/>
                    <a:pt x="1094" y="2664"/>
                    <a:pt x="1135" y="2664"/>
                  </a:cubicBezTo>
                  <a:cubicBezTo>
                    <a:pt x="1418" y="2664"/>
                    <a:pt x="1513" y="2272"/>
                    <a:pt x="1256" y="2151"/>
                  </a:cubicBezTo>
                  <a:cubicBezTo>
                    <a:pt x="946" y="1989"/>
                    <a:pt x="568" y="1719"/>
                    <a:pt x="568" y="1408"/>
                  </a:cubicBezTo>
                  <a:cubicBezTo>
                    <a:pt x="554" y="1030"/>
                    <a:pt x="1094" y="639"/>
                    <a:pt x="1270" y="517"/>
                  </a:cubicBezTo>
                  <a:cubicBezTo>
                    <a:pt x="1541" y="359"/>
                    <a:pt x="1386" y="1"/>
                    <a:pt x="11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65"/>
            <p:cNvSpPr/>
            <p:nvPr/>
          </p:nvSpPr>
          <p:spPr>
            <a:xfrm>
              <a:off x="6861050" y="3034275"/>
              <a:ext cx="355100" cy="325300"/>
            </a:xfrm>
            <a:custGeom>
              <a:avLst/>
              <a:gdLst/>
              <a:ahLst/>
              <a:cxnLst/>
              <a:rect l="l" t="t" r="r" b="b"/>
              <a:pathLst>
                <a:path w="14204" h="13012" extrusionOk="0">
                  <a:moveTo>
                    <a:pt x="11216" y="0"/>
                  </a:moveTo>
                  <a:cubicBezTo>
                    <a:pt x="10840" y="0"/>
                    <a:pt x="10468" y="144"/>
                    <a:pt x="10181" y="415"/>
                  </a:cubicBezTo>
                  <a:cubicBezTo>
                    <a:pt x="8642" y="1914"/>
                    <a:pt x="5050" y="5006"/>
                    <a:pt x="1256" y="5735"/>
                  </a:cubicBezTo>
                  <a:cubicBezTo>
                    <a:pt x="527" y="5856"/>
                    <a:pt x="1" y="6504"/>
                    <a:pt x="28" y="7247"/>
                  </a:cubicBezTo>
                  <a:lnTo>
                    <a:pt x="244" y="13012"/>
                  </a:lnTo>
                  <a:cubicBezTo>
                    <a:pt x="244" y="13012"/>
                    <a:pt x="9452" y="10676"/>
                    <a:pt x="14204" y="1549"/>
                  </a:cubicBezTo>
                  <a:lnTo>
                    <a:pt x="11976" y="213"/>
                  </a:lnTo>
                  <a:cubicBezTo>
                    <a:pt x="11739" y="69"/>
                    <a:pt x="11476" y="0"/>
                    <a:pt x="1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65"/>
            <p:cNvSpPr/>
            <p:nvPr/>
          </p:nvSpPr>
          <p:spPr>
            <a:xfrm>
              <a:off x="6554925" y="3004775"/>
              <a:ext cx="444875" cy="132725"/>
            </a:xfrm>
            <a:custGeom>
              <a:avLst/>
              <a:gdLst/>
              <a:ahLst/>
              <a:cxnLst/>
              <a:rect l="l" t="t" r="r" b="b"/>
              <a:pathLst>
                <a:path w="17795" h="5309" extrusionOk="0">
                  <a:moveTo>
                    <a:pt x="7063" y="0"/>
                  </a:moveTo>
                  <a:cubicBezTo>
                    <a:pt x="3029" y="0"/>
                    <a:pt x="0" y="83"/>
                    <a:pt x="0" y="1366"/>
                  </a:cubicBezTo>
                  <a:cubicBezTo>
                    <a:pt x="0" y="2837"/>
                    <a:pt x="3983" y="5308"/>
                    <a:pt x="8898" y="5308"/>
                  </a:cubicBezTo>
                  <a:cubicBezTo>
                    <a:pt x="13812" y="5308"/>
                    <a:pt x="17795" y="2837"/>
                    <a:pt x="17795" y="1366"/>
                  </a:cubicBezTo>
                  <a:cubicBezTo>
                    <a:pt x="17795" y="83"/>
                    <a:pt x="14766" y="0"/>
                    <a:pt x="10733" y="0"/>
                  </a:cubicBezTo>
                  <a:cubicBezTo>
                    <a:pt x="10140" y="0"/>
                    <a:pt x="9527" y="2"/>
                    <a:pt x="8898" y="2"/>
                  </a:cubicBezTo>
                  <a:cubicBezTo>
                    <a:pt x="8269" y="2"/>
                    <a:pt x="7655" y="0"/>
                    <a:pt x="70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65"/>
            <p:cNvSpPr/>
            <p:nvPr/>
          </p:nvSpPr>
          <p:spPr>
            <a:xfrm>
              <a:off x="6638975" y="3051725"/>
              <a:ext cx="276800" cy="20625"/>
            </a:xfrm>
            <a:custGeom>
              <a:avLst/>
              <a:gdLst/>
              <a:ahLst/>
              <a:cxnLst/>
              <a:rect l="l" t="t" r="r" b="b"/>
              <a:pathLst>
                <a:path w="11072" h="825" extrusionOk="0">
                  <a:moveTo>
                    <a:pt x="554" y="1"/>
                  </a:moveTo>
                  <a:cubicBezTo>
                    <a:pt x="0" y="1"/>
                    <a:pt x="0" y="824"/>
                    <a:pt x="554" y="824"/>
                  </a:cubicBezTo>
                  <a:lnTo>
                    <a:pt x="10518" y="824"/>
                  </a:lnTo>
                  <a:cubicBezTo>
                    <a:pt x="11071" y="824"/>
                    <a:pt x="11071" y="1"/>
                    <a:pt x="105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65"/>
            <p:cNvSpPr/>
            <p:nvPr/>
          </p:nvSpPr>
          <p:spPr>
            <a:xfrm>
              <a:off x="7086200" y="3093125"/>
              <a:ext cx="65150" cy="56175"/>
            </a:xfrm>
            <a:custGeom>
              <a:avLst/>
              <a:gdLst/>
              <a:ahLst/>
              <a:cxnLst/>
              <a:rect l="l" t="t" r="r" b="b"/>
              <a:pathLst>
                <a:path w="2606" h="2247" extrusionOk="0">
                  <a:moveTo>
                    <a:pt x="310" y="1"/>
                  </a:moveTo>
                  <a:cubicBezTo>
                    <a:pt x="171" y="1"/>
                    <a:pt x="51" y="93"/>
                    <a:pt x="27" y="248"/>
                  </a:cubicBezTo>
                  <a:cubicBezTo>
                    <a:pt x="0" y="397"/>
                    <a:pt x="95" y="545"/>
                    <a:pt x="257" y="586"/>
                  </a:cubicBezTo>
                  <a:lnTo>
                    <a:pt x="1539" y="815"/>
                  </a:lnTo>
                  <a:lnTo>
                    <a:pt x="1985" y="2044"/>
                  </a:lnTo>
                  <a:cubicBezTo>
                    <a:pt x="2025" y="2166"/>
                    <a:pt x="2147" y="2247"/>
                    <a:pt x="2268" y="2247"/>
                  </a:cubicBezTo>
                  <a:cubicBezTo>
                    <a:pt x="2309" y="2247"/>
                    <a:pt x="2336" y="2233"/>
                    <a:pt x="2376" y="2233"/>
                  </a:cubicBezTo>
                  <a:cubicBezTo>
                    <a:pt x="2525" y="2166"/>
                    <a:pt x="2606" y="2004"/>
                    <a:pt x="2552" y="1855"/>
                  </a:cubicBezTo>
                  <a:lnTo>
                    <a:pt x="2039" y="464"/>
                  </a:lnTo>
                  <a:cubicBezTo>
                    <a:pt x="2012" y="370"/>
                    <a:pt x="1917" y="302"/>
                    <a:pt x="1823" y="275"/>
                  </a:cubicBezTo>
                  <a:lnTo>
                    <a:pt x="365" y="5"/>
                  </a:lnTo>
                  <a:cubicBezTo>
                    <a:pt x="346" y="2"/>
                    <a:pt x="328" y="1"/>
                    <a:pt x="3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65"/>
            <p:cNvSpPr/>
            <p:nvPr/>
          </p:nvSpPr>
          <p:spPr>
            <a:xfrm>
              <a:off x="6931275" y="3209025"/>
              <a:ext cx="48525" cy="71575"/>
            </a:xfrm>
            <a:custGeom>
              <a:avLst/>
              <a:gdLst/>
              <a:ahLst/>
              <a:cxnLst/>
              <a:rect l="l" t="t" r="r" b="b"/>
              <a:pathLst>
                <a:path w="1941" h="2863" extrusionOk="0">
                  <a:moveTo>
                    <a:pt x="365" y="0"/>
                  </a:moveTo>
                  <a:cubicBezTo>
                    <a:pt x="203" y="0"/>
                    <a:pt x="68" y="135"/>
                    <a:pt x="54" y="284"/>
                  </a:cubicBezTo>
                  <a:lnTo>
                    <a:pt x="0" y="1755"/>
                  </a:lnTo>
                  <a:cubicBezTo>
                    <a:pt x="0" y="1863"/>
                    <a:pt x="54" y="1958"/>
                    <a:pt x="135" y="2025"/>
                  </a:cubicBezTo>
                  <a:lnTo>
                    <a:pt x="1377" y="2822"/>
                  </a:lnTo>
                  <a:cubicBezTo>
                    <a:pt x="1431" y="2849"/>
                    <a:pt x="1485" y="2862"/>
                    <a:pt x="1553" y="2862"/>
                  </a:cubicBezTo>
                  <a:lnTo>
                    <a:pt x="1539" y="2862"/>
                  </a:lnTo>
                  <a:cubicBezTo>
                    <a:pt x="1544" y="2863"/>
                    <a:pt x="1549" y="2863"/>
                    <a:pt x="1554" y="2863"/>
                  </a:cubicBezTo>
                  <a:cubicBezTo>
                    <a:pt x="1840" y="2863"/>
                    <a:pt x="1940" y="2482"/>
                    <a:pt x="1701" y="2322"/>
                  </a:cubicBezTo>
                  <a:lnTo>
                    <a:pt x="608" y="1607"/>
                  </a:lnTo>
                  <a:lnTo>
                    <a:pt x="648" y="311"/>
                  </a:lnTo>
                  <a:cubicBezTo>
                    <a:pt x="662" y="149"/>
                    <a:pt x="527" y="14"/>
                    <a:pt x="3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65"/>
            <p:cNvSpPr/>
            <p:nvPr/>
          </p:nvSpPr>
          <p:spPr>
            <a:xfrm>
              <a:off x="6596775" y="2179900"/>
              <a:ext cx="355775" cy="537375"/>
            </a:xfrm>
            <a:custGeom>
              <a:avLst/>
              <a:gdLst/>
              <a:ahLst/>
              <a:cxnLst/>
              <a:rect l="l" t="t" r="r" b="b"/>
              <a:pathLst>
                <a:path w="14231" h="21495" extrusionOk="0">
                  <a:moveTo>
                    <a:pt x="10180" y="1"/>
                  </a:moveTo>
                  <a:lnTo>
                    <a:pt x="1" y="21494"/>
                  </a:lnTo>
                  <a:lnTo>
                    <a:pt x="4051" y="21494"/>
                  </a:lnTo>
                  <a:lnTo>
                    <a:pt x="14231" y="1"/>
                  </a:lnTo>
                  <a:close/>
                </a:path>
              </a:pathLst>
            </a:custGeom>
            <a:solidFill>
              <a:srgbClr val="073763">
                <a:alpha val="7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9" name="Google Shape;1409;p65"/>
          <p:cNvGrpSpPr/>
          <p:nvPr/>
        </p:nvGrpSpPr>
        <p:grpSpPr>
          <a:xfrm rot="-469991">
            <a:off x="5153043" y="3220630"/>
            <a:ext cx="631904" cy="1074042"/>
            <a:chOff x="6028762" y="1328145"/>
            <a:chExt cx="1665800" cy="2831346"/>
          </a:xfrm>
        </p:grpSpPr>
        <p:sp>
          <p:nvSpPr>
            <p:cNvPr id="1410" name="Google Shape;1410;p65"/>
            <p:cNvSpPr/>
            <p:nvPr/>
          </p:nvSpPr>
          <p:spPr>
            <a:xfrm rot="503610">
              <a:off x="6258689" y="1411020"/>
              <a:ext cx="1289567" cy="2098908"/>
            </a:xfrm>
            <a:custGeom>
              <a:avLst/>
              <a:gdLst/>
              <a:ahLst/>
              <a:cxnLst/>
              <a:rect l="l" t="t" r="r" b="b"/>
              <a:pathLst>
                <a:path w="35152" h="58985" extrusionOk="0">
                  <a:moveTo>
                    <a:pt x="4602" y="0"/>
                  </a:moveTo>
                  <a:cubicBezTo>
                    <a:pt x="2060" y="0"/>
                    <a:pt x="0" y="2065"/>
                    <a:pt x="0" y="4602"/>
                  </a:cubicBezTo>
                  <a:lnTo>
                    <a:pt x="0" y="58246"/>
                  </a:lnTo>
                  <a:cubicBezTo>
                    <a:pt x="0" y="58657"/>
                    <a:pt x="328" y="58984"/>
                    <a:pt x="733" y="58984"/>
                  </a:cubicBezTo>
                  <a:lnTo>
                    <a:pt x="34413" y="58984"/>
                  </a:lnTo>
                  <a:cubicBezTo>
                    <a:pt x="34819" y="58984"/>
                    <a:pt x="35152" y="58657"/>
                    <a:pt x="35152" y="58251"/>
                  </a:cubicBezTo>
                  <a:lnTo>
                    <a:pt x="35152" y="4602"/>
                  </a:lnTo>
                  <a:cubicBezTo>
                    <a:pt x="35152" y="2065"/>
                    <a:pt x="33092" y="0"/>
                    <a:pt x="30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65"/>
            <p:cNvSpPr/>
            <p:nvPr/>
          </p:nvSpPr>
          <p:spPr>
            <a:xfrm rot="503610">
              <a:off x="6860667" y="1495971"/>
              <a:ext cx="340514" cy="45263"/>
            </a:xfrm>
            <a:custGeom>
              <a:avLst/>
              <a:gdLst/>
              <a:ahLst/>
              <a:cxnLst/>
              <a:rect l="l" t="t" r="r" b="b"/>
              <a:pathLst>
                <a:path w="9282" h="1272" extrusionOk="0">
                  <a:moveTo>
                    <a:pt x="633" y="1"/>
                  </a:moveTo>
                  <a:cubicBezTo>
                    <a:pt x="283" y="1"/>
                    <a:pt x="0" y="289"/>
                    <a:pt x="0" y="639"/>
                  </a:cubicBezTo>
                  <a:cubicBezTo>
                    <a:pt x="0" y="989"/>
                    <a:pt x="283" y="1272"/>
                    <a:pt x="633" y="1272"/>
                  </a:cubicBezTo>
                  <a:lnTo>
                    <a:pt x="8644" y="1272"/>
                  </a:lnTo>
                  <a:cubicBezTo>
                    <a:pt x="8993" y="1272"/>
                    <a:pt x="9282" y="989"/>
                    <a:pt x="9282" y="639"/>
                  </a:cubicBezTo>
                  <a:cubicBezTo>
                    <a:pt x="9282" y="289"/>
                    <a:pt x="8993" y="1"/>
                    <a:pt x="86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65"/>
            <p:cNvSpPr/>
            <p:nvPr/>
          </p:nvSpPr>
          <p:spPr>
            <a:xfrm rot="503610">
              <a:off x="6337103" y="1579638"/>
              <a:ext cx="1147667" cy="1658986"/>
            </a:xfrm>
            <a:custGeom>
              <a:avLst/>
              <a:gdLst/>
              <a:ahLst/>
              <a:cxnLst/>
              <a:rect l="l" t="t" r="r" b="b"/>
              <a:pathLst>
                <a:path w="31284" h="46622" extrusionOk="0">
                  <a:moveTo>
                    <a:pt x="612" y="0"/>
                  </a:moveTo>
                  <a:cubicBezTo>
                    <a:pt x="273" y="0"/>
                    <a:pt x="1" y="272"/>
                    <a:pt x="1" y="605"/>
                  </a:cubicBezTo>
                  <a:lnTo>
                    <a:pt x="1" y="46016"/>
                  </a:lnTo>
                  <a:cubicBezTo>
                    <a:pt x="1" y="46349"/>
                    <a:pt x="273" y="46621"/>
                    <a:pt x="612" y="46621"/>
                  </a:cubicBezTo>
                  <a:lnTo>
                    <a:pt x="30673" y="46621"/>
                  </a:lnTo>
                  <a:cubicBezTo>
                    <a:pt x="31011" y="46621"/>
                    <a:pt x="31283" y="46349"/>
                    <a:pt x="31283" y="46016"/>
                  </a:cubicBezTo>
                  <a:lnTo>
                    <a:pt x="31283" y="605"/>
                  </a:lnTo>
                  <a:cubicBezTo>
                    <a:pt x="31283" y="272"/>
                    <a:pt x="31011" y="0"/>
                    <a:pt x="306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65"/>
            <p:cNvSpPr/>
            <p:nvPr/>
          </p:nvSpPr>
          <p:spPr>
            <a:xfrm rot="503610">
              <a:off x="6592944" y="1561419"/>
              <a:ext cx="378410" cy="1658986"/>
            </a:xfrm>
            <a:custGeom>
              <a:avLst/>
              <a:gdLst/>
              <a:ahLst/>
              <a:cxnLst/>
              <a:rect l="l" t="t" r="r" b="b"/>
              <a:pathLst>
                <a:path w="10315" h="46622" extrusionOk="0">
                  <a:moveTo>
                    <a:pt x="5546" y="0"/>
                  </a:moveTo>
                  <a:lnTo>
                    <a:pt x="0" y="46621"/>
                  </a:lnTo>
                  <a:lnTo>
                    <a:pt x="4769" y="46621"/>
                  </a:lnTo>
                  <a:lnTo>
                    <a:pt x="10315" y="0"/>
                  </a:lnTo>
                  <a:close/>
                </a:path>
              </a:pathLst>
            </a:custGeom>
            <a:solidFill>
              <a:srgbClr val="D0E0E3">
                <a:alpha val="43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65"/>
            <p:cNvSpPr/>
            <p:nvPr/>
          </p:nvSpPr>
          <p:spPr>
            <a:xfrm rot="503610">
              <a:off x="6886567" y="1597899"/>
              <a:ext cx="285559" cy="1658986"/>
            </a:xfrm>
            <a:custGeom>
              <a:avLst/>
              <a:gdLst/>
              <a:ahLst/>
              <a:cxnLst/>
              <a:rect l="l" t="t" r="r" b="b"/>
              <a:pathLst>
                <a:path w="7784" h="46622" extrusionOk="0">
                  <a:moveTo>
                    <a:pt x="5547" y="0"/>
                  </a:moveTo>
                  <a:lnTo>
                    <a:pt x="1" y="46621"/>
                  </a:lnTo>
                  <a:lnTo>
                    <a:pt x="2238" y="46621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rgbClr val="D0E0E3">
                <a:alpha val="43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65"/>
            <p:cNvSpPr/>
            <p:nvPr/>
          </p:nvSpPr>
          <p:spPr>
            <a:xfrm rot="503610">
              <a:off x="6060517" y="3538580"/>
              <a:ext cx="1289567" cy="529629"/>
            </a:xfrm>
            <a:custGeom>
              <a:avLst/>
              <a:gdLst/>
              <a:ahLst/>
              <a:cxnLst/>
              <a:rect l="l" t="t" r="r" b="b"/>
              <a:pathLst>
                <a:path w="35152" h="14884" extrusionOk="0">
                  <a:moveTo>
                    <a:pt x="34490" y="0"/>
                  </a:moveTo>
                  <a:cubicBezTo>
                    <a:pt x="34486" y="0"/>
                    <a:pt x="34483" y="0"/>
                    <a:pt x="34480" y="0"/>
                  </a:cubicBezTo>
                  <a:lnTo>
                    <a:pt x="672" y="0"/>
                  </a:lnTo>
                  <a:cubicBezTo>
                    <a:pt x="300" y="0"/>
                    <a:pt x="0" y="300"/>
                    <a:pt x="0" y="672"/>
                  </a:cubicBezTo>
                  <a:lnTo>
                    <a:pt x="0" y="9632"/>
                  </a:lnTo>
                  <a:cubicBezTo>
                    <a:pt x="0" y="12530"/>
                    <a:pt x="2354" y="14884"/>
                    <a:pt x="5252" y="14884"/>
                  </a:cubicBezTo>
                  <a:lnTo>
                    <a:pt x="29894" y="14884"/>
                  </a:lnTo>
                  <a:cubicBezTo>
                    <a:pt x="32798" y="14884"/>
                    <a:pt x="35146" y="12530"/>
                    <a:pt x="35146" y="9632"/>
                  </a:cubicBezTo>
                  <a:lnTo>
                    <a:pt x="35146" y="672"/>
                  </a:lnTo>
                  <a:cubicBezTo>
                    <a:pt x="35152" y="304"/>
                    <a:pt x="34852" y="0"/>
                    <a:pt x="34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65"/>
            <p:cNvSpPr/>
            <p:nvPr/>
          </p:nvSpPr>
          <p:spPr>
            <a:xfrm rot="503610">
              <a:off x="6129201" y="3498191"/>
              <a:ext cx="1235639" cy="43483"/>
            </a:xfrm>
            <a:custGeom>
              <a:avLst/>
              <a:gdLst/>
              <a:ahLst/>
              <a:cxnLst/>
              <a:rect l="l" t="t" r="r" b="b"/>
              <a:pathLst>
                <a:path w="33682" h="1222" extrusionOk="0">
                  <a:moveTo>
                    <a:pt x="1" y="0"/>
                  </a:moveTo>
                  <a:lnTo>
                    <a:pt x="1" y="1221"/>
                  </a:lnTo>
                  <a:lnTo>
                    <a:pt x="33681" y="1221"/>
                  </a:lnTo>
                  <a:lnTo>
                    <a:pt x="336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65"/>
            <p:cNvSpPr/>
            <p:nvPr/>
          </p:nvSpPr>
          <p:spPr>
            <a:xfrm rot="503610">
              <a:off x="6559891" y="3540815"/>
              <a:ext cx="351740" cy="110665"/>
            </a:xfrm>
            <a:custGeom>
              <a:avLst/>
              <a:gdLst/>
              <a:ahLst/>
              <a:cxnLst/>
              <a:rect l="l" t="t" r="r" b="b"/>
              <a:pathLst>
                <a:path w="9588" h="3110" extrusionOk="0">
                  <a:moveTo>
                    <a:pt x="0" y="0"/>
                  </a:moveTo>
                  <a:lnTo>
                    <a:pt x="0" y="2082"/>
                  </a:lnTo>
                  <a:cubicBezTo>
                    <a:pt x="0" y="2648"/>
                    <a:pt x="461" y="3109"/>
                    <a:pt x="1033" y="3109"/>
                  </a:cubicBezTo>
                  <a:lnTo>
                    <a:pt x="8561" y="3109"/>
                  </a:lnTo>
                  <a:cubicBezTo>
                    <a:pt x="9127" y="3109"/>
                    <a:pt x="9588" y="2648"/>
                    <a:pt x="9588" y="2082"/>
                  </a:cubicBezTo>
                  <a:lnTo>
                    <a:pt x="9588" y="0"/>
                  </a:lnTo>
                  <a:close/>
                </a:path>
              </a:pathLst>
            </a:custGeom>
            <a:solidFill>
              <a:srgbClr val="4B51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65"/>
            <p:cNvSpPr/>
            <p:nvPr/>
          </p:nvSpPr>
          <p:spPr>
            <a:xfrm rot="503610">
              <a:off x="6161194" y="3654815"/>
              <a:ext cx="173742" cy="162013"/>
            </a:xfrm>
            <a:custGeom>
              <a:avLst/>
              <a:gdLst/>
              <a:ahLst/>
              <a:cxnLst/>
              <a:rect l="l" t="t" r="r" b="b"/>
              <a:pathLst>
                <a:path w="4736" h="4553" extrusionOk="0">
                  <a:moveTo>
                    <a:pt x="2460" y="0"/>
                  </a:moveTo>
                  <a:cubicBezTo>
                    <a:pt x="1538" y="0"/>
                    <a:pt x="705" y="555"/>
                    <a:pt x="356" y="1405"/>
                  </a:cubicBezTo>
                  <a:cubicBezTo>
                    <a:pt x="0" y="2254"/>
                    <a:pt x="195" y="3237"/>
                    <a:pt x="850" y="3886"/>
                  </a:cubicBezTo>
                  <a:cubicBezTo>
                    <a:pt x="1285" y="4321"/>
                    <a:pt x="1866" y="4552"/>
                    <a:pt x="2458" y="4552"/>
                  </a:cubicBezTo>
                  <a:cubicBezTo>
                    <a:pt x="2750" y="4552"/>
                    <a:pt x="3045" y="4496"/>
                    <a:pt x="3326" y="4380"/>
                  </a:cubicBezTo>
                  <a:cubicBezTo>
                    <a:pt x="4180" y="4031"/>
                    <a:pt x="4736" y="3198"/>
                    <a:pt x="4736" y="2276"/>
                  </a:cubicBezTo>
                  <a:cubicBezTo>
                    <a:pt x="4736" y="1022"/>
                    <a:pt x="3714" y="0"/>
                    <a:pt x="24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65"/>
            <p:cNvSpPr/>
            <p:nvPr/>
          </p:nvSpPr>
          <p:spPr>
            <a:xfrm rot="503610">
              <a:off x="6375126" y="3686389"/>
              <a:ext cx="173779" cy="162084"/>
            </a:xfrm>
            <a:custGeom>
              <a:avLst/>
              <a:gdLst/>
              <a:ahLst/>
              <a:cxnLst/>
              <a:rect l="l" t="t" r="r" b="b"/>
              <a:pathLst>
                <a:path w="4737" h="4555" extrusionOk="0">
                  <a:moveTo>
                    <a:pt x="2460" y="0"/>
                  </a:moveTo>
                  <a:cubicBezTo>
                    <a:pt x="1539" y="0"/>
                    <a:pt x="711" y="555"/>
                    <a:pt x="356" y="1405"/>
                  </a:cubicBezTo>
                  <a:cubicBezTo>
                    <a:pt x="1" y="2254"/>
                    <a:pt x="201" y="3237"/>
                    <a:pt x="850" y="3886"/>
                  </a:cubicBezTo>
                  <a:cubicBezTo>
                    <a:pt x="1285" y="4321"/>
                    <a:pt x="1867" y="4555"/>
                    <a:pt x="2461" y="4555"/>
                  </a:cubicBezTo>
                  <a:cubicBezTo>
                    <a:pt x="2754" y="4555"/>
                    <a:pt x="3049" y="4498"/>
                    <a:pt x="3332" y="4380"/>
                  </a:cubicBezTo>
                  <a:cubicBezTo>
                    <a:pt x="4181" y="4031"/>
                    <a:pt x="4736" y="3198"/>
                    <a:pt x="4736" y="2276"/>
                  </a:cubicBezTo>
                  <a:cubicBezTo>
                    <a:pt x="4736" y="1022"/>
                    <a:pt x="3720" y="0"/>
                    <a:pt x="24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65"/>
            <p:cNvSpPr/>
            <p:nvPr/>
          </p:nvSpPr>
          <p:spPr>
            <a:xfrm rot="503610">
              <a:off x="6855043" y="3757194"/>
              <a:ext cx="173559" cy="162120"/>
            </a:xfrm>
            <a:custGeom>
              <a:avLst/>
              <a:gdLst/>
              <a:ahLst/>
              <a:cxnLst/>
              <a:rect l="l" t="t" r="r" b="b"/>
              <a:pathLst>
                <a:path w="4731" h="4556" extrusionOk="0">
                  <a:moveTo>
                    <a:pt x="2454" y="0"/>
                  </a:moveTo>
                  <a:cubicBezTo>
                    <a:pt x="1533" y="0"/>
                    <a:pt x="705" y="555"/>
                    <a:pt x="350" y="1405"/>
                  </a:cubicBezTo>
                  <a:cubicBezTo>
                    <a:pt x="0" y="2260"/>
                    <a:pt x="195" y="3237"/>
                    <a:pt x="844" y="3886"/>
                  </a:cubicBezTo>
                  <a:cubicBezTo>
                    <a:pt x="1278" y="4324"/>
                    <a:pt x="1860" y="4556"/>
                    <a:pt x="2452" y="4556"/>
                  </a:cubicBezTo>
                  <a:cubicBezTo>
                    <a:pt x="2747" y="4556"/>
                    <a:pt x="3044" y="4498"/>
                    <a:pt x="3326" y="4380"/>
                  </a:cubicBezTo>
                  <a:cubicBezTo>
                    <a:pt x="4175" y="4031"/>
                    <a:pt x="4730" y="3198"/>
                    <a:pt x="4730" y="2276"/>
                  </a:cubicBezTo>
                  <a:cubicBezTo>
                    <a:pt x="4730" y="1022"/>
                    <a:pt x="3714" y="0"/>
                    <a:pt x="24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65"/>
            <p:cNvSpPr/>
            <p:nvPr/>
          </p:nvSpPr>
          <p:spPr>
            <a:xfrm rot="503610">
              <a:off x="7068980" y="3788781"/>
              <a:ext cx="173779" cy="162120"/>
            </a:xfrm>
            <a:custGeom>
              <a:avLst/>
              <a:gdLst/>
              <a:ahLst/>
              <a:cxnLst/>
              <a:rect l="l" t="t" r="r" b="b"/>
              <a:pathLst>
                <a:path w="4737" h="4556" extrusionOk="0">
                  <a:moveTo>
                    <a:pt x="2460" y="0"/>
                  </a:moveTo>
                  <a:cubicBezTo>
                    <a:pt x="1539" y="0"/>
                    <a:pt x="706" y="555"/>
                    <a:pt x="356" y="1405"/>
                  </a:cubicBezTo>
                  <a:cubicBezTo>
                    <a:pt x="1" y="2260"/>
                    <a:pt x="195" y="3237"/>
                    <a:pt x="850" y="3886"/>
                  </a:cubicBezTo>
                  <a:cubicBezTo>
                    <a:pt x="1284" y="4324"/>
                    <a:pt x="1864" y="4556"/>
                    <a:pt x="2454" y="4556"/>
                  </a:cubicBezTo>
                  <a:cubicBezTo>
                    <a:pt x="2748" y="4556"/>
                    <a:pt x="3044" y="4498"/>
                    <a:pt x="3326" y="4380"/>
                  </a:cubicBezTo>
                  <a:cubicBezTo>
                    <a:pt x="4181" y="4031"/>
                    <a:pt x="4736" y="3198"/>
                    <a:pt x="4736" y="2276"/>
                  </a:cubicBezTo>
                  <a:cubicBezTo>
                    <a:pt x="4736" y="1022"/>
                    <a:pt x="3715" y="0"/>
                    <a:pt x="24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65"/>
            <p:cNvSpPr/>
            <p:nvPr/>
          </p:nvSpPr>
          <p:spPr>
            <a:xfrm rot="503610">
              <a:off x="6621573" y="3722273"/>
              <a:ext cx="167212" cy="162191"/>
            </a:xfrm>
            <a:custGeom>
              <a:avLst/>
              <a:gdLst/>
              <a:ahLst/>
              <a:cxnLst/>
              <a:rect l="l" t="t" r="r" b="b"/>
              <a:pathLst>
                <a:path w="4558" h="4558" extrusionOk="0">
                  <a:moveTo>
                    <a:pt x="2282" y="0"/>
                  </a:moveTo>
                  <a:cubicBezTo>
                    <a:pt x="1022" y="0"/>
                    <a:pt x="0" y="1022"/>
                    <a:pt x="0" y="2276"/>
                  </a:cubicBezTo>
                  <a:cubicBezTo>
                    <a:pt x="0" y="3537"/>
                    <a:pt x="1022" y="4558"/>
                    <a:pt x="2282" y="4558"/>
                  </a:cubicBezTo>
                  <a:cubicBezTo>
                    <a:pt x="3536" y="4558"/>
                    <a:pt x="4558" y="3537"/>
                    <a:pt x="4558" y="2276"/>
                  </a:cubicBezTo>
                  <a:cubicBezTo>
                    <a:pt x="4558" y="1022"/>
                    <a:pt x="3536" y="0"/>
                    <a:pt x="2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65"/>
            <p:cNvSpPr/>
            <p:nvPr/>
          </p:nvSpPr>
          <p:spPr>
            <a:xfrm rot="503610">
              <a:off x="6647631" y="3747372"/>
              <a:ext cx="115302" cy="111840"/>
            </a:xfrm>
            <a:custGeom>
              <a:avLst/>
              <a:gdLst/>
              <a:ahLst/>
              <a:cxnLst/>
              <a:rect l="l" t="t" r="r" b="b"/>
              <a:pathLst>
                <a:path w="3143" h="3143" extrusionOk="0">
                  <a:moveTo>
                    <a:pt x="1572" y="0"/>
                  </a:moveTo>
                  <a:cubicBezTo>
                    <a:pt x="700" y="0"/>
                    <a:pt x="1" y="705"/>
                    <a:pt x="1" y="1571"/>
                  </a:cubicBezTo>
                  <a:cubicBezTo>
                    <a:pt x="1" y="2443"/>
                    <a:pt x="700" y="3142"/>
                    <a:pt x="1572" y="3142"/>
                  </a:cubicBezTo>
                  <a:cubicBezTo>
                    <a:pt x="2438" y="3142"/>
                    <a:pt x="3143" y="2443"/>
                    <a:pt x="3143" y="1571"/>
                  </a:cubicBezTo>
                  <a:cubicBezTo>
                    <a:pt x="3143" y="705"/>
                    <a:pt x="2438" y="0"/>
                    <a:pt x="15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65"/>
            <p:cNvSpPr/>
            <p:nvPr/>
          </p:nvSpPr>
          <p:spPr>
            <a:xfrm rot="503610">
              <a:off x="6612791" y="3555461"/>
              <a:ext cx="40758" cy="44693"/>
            </a:xfrm>
            <a:custGeom>
              <a:avLst/>
              <a:gdLst/>
              <a:ahLst/>
              <a:cxnLst/>
              <a:rect l="l" t="t" r="r" b="b"/>
              <a:pathLst>
                <a:path w="1111" h="1256" extrusionOk="0">
                  <a:moveTo>
                    <a:pt x="6" y="1"/>
                  </a:moveTo>
                  <a:lnTo>
                    <a:pt x="0" y="1255"/>
                  </a:lnTo>
                  <a:lnTo>
                    <a:pt x="200" y="1255"/>
                  </a:lnTo>
                  <a:lnTo>
                    <a:pt x="200" y="684"/>
                  </a:lnTo>
                  <a:cubicBezTo>
                    <a:pt x="200" y="567"/>
                    <a:pt x="184" y="400"/>
                    <a:pt x="172" y="284"/>
                  </a:cubicBezTo>
                  <a:lnTo>
                    <a:pt x="178" y="284"/>
                  </a:lnTo>
                  <a:lnTo>
                    <a:pt x="278" y="572"/>
                  </a:lnTo>
                  <a:lnTo>
                    <a:pt x="489" y="1139"/>
                  </a:lnTo>
                  <a:lnTo>
                    <a:pt x="622" y="1139"/>
                  </a:lnTo>
                  <a:lnTo>
                    <a:pt x="828" y="572"/>
                  </a:lnTo>
                  <a:lnTo>
                    <a:pt x="927" y="284"/>
                  </a:lnTo>
                  <a:lnTo>
                    <a:pt x="939" y="284"/>
                  </a:lnTo>
                  <a:cubicBezTo>
                    <a:pt x="927" y="400"/>
                    <a:pt x="911" y="567"/>
                    <a:pt x="911" y="684"/>
                  </a:cubicBezTo>
                  <a:lnTo>
                    <a:pt x="911" y="1255"/>
                  </a:lnTo>
                  <a:lnTo>
                    <a:pt x="1111" y="1255"/>
                  </a:lnTo>
                  <a:lnTo>
                    <a:pt x="1111" y="1"/>
                  </a:lnTo>
                  <a:lnTo>
                    <a:pt x="861" y="1"/>
                  </a:lnTo>
                  <a:lnTo>
                    <a:pt x="644" y="617"/>
                  </a:lnTo>
                  <a:cubicBezTo>
                    <a:pt x="617" y="695"/>
                    <a:pt x="594" y="778"/>
                    <a:pt x="567" y="861"/>
                  </a:cubicBezTo>
                  <a:lnTo>
                    <a:pt x="556" y="861"/>
                  </a:lnTo>
                  <a:cubicBezTo>
                    <a:pt x="528" y="778"/>
                    <a:pt x="506" y="695"/>
                    <a:pt x="478" y="617"/>
                  </a:cubicBezTo>
                  <a:lnTo>
                    <a:pt x="2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65"/>
            <p:cNvSpPr/>
            <p:nvPr/>
          </p:nvSpPr>
          <p:spPr>
            <a:xfrm rot="503610">
              <a:off x="6685586" y="3565288"/>
              <a:ext cx="28358" cy="44693"/>
            </a:xfrm>
            <a:custGeom>
              <a:avLst/>
              <a:gdLst/>
              <a:ahLst/>
              <a:cxnLst/>
              <a:rect l="l" t="t" r="r" b="b"/>
              <a:pathLst>
                <a:path w="773" h="1256" extrusionOk="0">
                  <a:moveTo>
                    <a:pt x="0" y="1"/>
                  </a:moveTo>
                  <a:lnTo>
                    <a:pt x="0" y="1255"/>
                  </a:lnTo>
                  <a:lnTo>
                    <a:pt x="772" y="1255"/>
                  </a:lnTo>
                  <a:lnTo>
                    <a:pt x="772" y="1067"/>
                  </a:lnTo>
                  <a:lnTo>
                    <a:pt x="223" y="1067"/>
                  </a:lnTo>
                  <a:lnTo>
                    <a:pt x="223" y="695"/>
                  </a:lnTo>
                  <a:lnTo>
                    <a:pt x="672" y="695"/>
                  </a:lnTo>
                  <a:lnTo>
                    <a:pt x="672" y="506"/>
                  </a:lnTo>
                  <a:lnTo>
                    <a:pt x="223" y="506"/>
                  </a:lnTo>
                  <a:lnTo>
                    <a:pt x="223" y="189"/>
                  </a:lnTo>
                  <a:lnTo>
                    <a:pt x="755" y="189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65"/>
            <p:cNvSpPr/>
            <p:nvPr/>
          </p:nvSpPr>
          <p:spPr>
            <a:xfrm rot="503610">
              <a:off x="6743765" y="3574310"/>
              <a:ext cx="34264" cy="44693"/>
            </a:xfrm>
            <a:custGeom>
              <a:avLst/>
              <a:gdLst/>
              <a:ahLst/>
              <a:cxnLst/>
              <a:rect l="l" t="t" r="r" b="b"/>
              <a:pathLst>
                <a:path w="934" h="1256" extrusionOk="0">
                  <a:moveTo>
                    <a:pt x="1" y="1"/>
                  </a:moveTo>
                  <a:lnTo>
                    <a:pt x="6" y="1255"/>
                  </a:lnTo>
                  <a:lnTo>
                    <a:pt x="217" y="1255"/>
                  </a:lnTo>
                  <a:lnTo>
                    <a:pt x="217" y="706"/>
                  </a:lnTo>
                  <a:cubicBezTo>
                    <a:pt x="217" y="567"/>
                    <a:pt x="201" y="417"/>
                    <a:pt x="190" y="284"/>
                  </a:cubicBezTo>
                  <a:lnTo>
                    <a:pt x="195" y="284"/>
                  </a:lnTo>
                  <a:lnTo>
                    <a:pt x="323" y="550"/>
                  </a:lnTo>
                  <a:lnTo>
                    <a:pt x="717" y="1255"/>
                  </a:lnTo>
                  <a:lnTo>
                    <a:pt x="933" y="1255"/>
                  </a:lnTo>
                  <a:lnTo>
                    <a:pt x="933" y="1"/>
                  </a:lnTo>
                  <a:lnTo>
                    <a:pt x="728" y="1"/>
                  </a:lnTo>
                  <a:lnTo>
                    <a:pt x="728" y="545"/>
                  </a:lnTo>
                  <a:cubicBezTo>
                    <a:pt x="728" y="684"/>
                    <a:pt x="745" y="845"/>
                    <a:pt x="756" y="972"/>
                  </a:cubicBezTo>
                  <a:lnTo>
                    <a:pt x="745" y="972"/>
                  </a:lnTo>
                  <a:lnTo>
                    <a:pt x="617" y="706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65"/>
            <p:cNvSpPr/>
            <p:nvPr/>
          </p:nvSpPr>
          <p:spPr>
            <a:xfrm rot="503610">
              <a:off x="6810011" y="3584117"/>
              <a:ext cx="34631" cy="45476"/>
            </a:xfrm>
            <a:custGeom>
              <a:avLst/>
              <a:gdLst/>
              <a:ahLst/>
              <a:cxnLst/>
              <a:rect l="l" t="t" r="r" b="b"/>
              <a:pathLst>
                <a:path w="944" h="1278" extrusionOk="0">
                  <a:moveTo>
                    <a:pt x="0" y="1"/>
                  </a:moveTo>
                  <a:lnTo>
                    <a:pt x="0" y="706"/>
                  </a:lnTo>
                  <a:cubicBezTo>
                    <a:pt x="0" y="1117"/>
                    <a:pt x="183" y="1278"/>
                    <a:pt x="472" y="1278"/>
                  </a:cubicBezTo>
                  <a:cubicBezTo>
                    <a:pt x="761" y="1278"/>
                    <a:pt x="944" y="1117"/>
                    <a:pt x="944" y="706"/>
                  </a:cubicBezTo>
                  <a:lnTo>
                    <a:pt x="944" y="1"/>
                  </a:lnTo>
                  <a:lnTo>
                    <a:pt x="733" y="1"/>
                  </a:lnTo>
                  <a:lnTo>
                    <a:pt x="733" y="722"/>
                  </a:lnTo>
                  <a:cubicBezTo>
                    <a:pt x="733" y="994"/>
                    <a:pt x="628" y="1083"/>
                    <a:pt x="472" y="1083"/>
                  </a:cubicBezTo>
                  <a:cubicBezTo>
                    <a:pt x="322" y="1083"/>
                    <a:pt x="222" y="994"/>
                    <a:pt x="222" y="722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65"/>
            <p:cNvSpPr/>
            <p:nvPr/>
          </p:nvSpPr>
          <p:spPr>
            <a:xfrm rot="503610">
              <a:off x="6201714" y="3684595"/>
              <a:ext cx="107158" cy="97713"/>
            </a:xfrm>
            <a:custGeom>
              <a:avLst/>
              <a:gdLst/>
              <a:ahLst/>
              <a:cxnLst/>
              <a:rect l="l" t="t" r="r" b="b"/>
              <a:pathLst>
                <a:path w="2921" h="2746" extrusionOk="0">
                  <a:moveTo>
                    <a:pt x="1880" y="1"/>
                  </a:moveTo>
                  <a:cubicBezTo>
                    <a:pt x="1800" y="1"/>
                    <a:pt x="1719" y="31"/>
                    <a:pt x="1655" y="92"/>
                  </a:cubicBezTo>
                  <a:lnTo>
                    <a:pt x="123" y="1652"/>
                  </a:lnTo>
                  <a:cubicBezTo>
                    <a:pt x="1" y="1779"/>
                    <a:pt x="1" y="1974"/>
                    <a:pt x="123" y="2096"/>
                  </a:cubicBezTo>
                  <a:lnTo>
                    <a:pt x="695" y="2651"/>
                  </a:lnTo>
                  <a:cubicBezTo>
                    <a:pt x="756" y="2706"/>
                    <a:pt x="834" y="2740"/>
                    <a:pt x="911" y="2740"/>
                  </a:cubicBezTo>
                  <a:lnTo>
                    <a:pt x="917" y="2745"/>
                  </a:lnTo>
                  <a:cubicBezTo>
                    <a:pt x="1200" y="2745"/>
                    <a:pt x="1339" y="2407"/>
                    <a:pt x="1133" y="2212"/>
                  </a:cubicBezTo>
                  <a:lnTo>
                    <a:pt x="789" y="1874"/>
                  </a:lnTo>
                  <a:lnTo>
                    <a:pt x="1894" y="752"/>
                  </a:lnTo>
                  <a:lnTo>
                    <a:pt x="2288" y="1096"/>
                  </a:lnTo>
                  <a:cubicBezTo>
                    <a:pt x="2351" y="1147"/>
                    <a:pt x="2418" y="1168"/>
                    <a:pt x="2481" y="1168"/>
                  </a:cubicBezTo>
                  <a:cubicBezTo>
                    <a:pt x="2724" y="1168"/>
                    <a:pt x="2920" y="850"/>
                    <a:pt x="2704" y="630"/>
                  </a:cubicBezTo>
                  <a:lnTo>
                    <a:pt x="2088" y="80"/>
                  </a:lnTo>
                  <a:cubicBezTo>
                    <a:pt x="2029" y="27"/>
                    <a:pt x="1955" y="1"/>
                    <a:pt x="18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65"/>
            <p:cNvSpPr/>
            <p:nvPr/>
          </p:nvSpPr>
          <p:spPr>
            <a:xfrm rot="503610">
              <a:off x="6421929" y="3723989"/>
              <a:ext cx="86798" cy="87963"/>
            </a:xfrm>
            <a:custGeom>
              <a:avLst/>
              <a:gdLst/>
              <a:ahLst/>
              <a:cxnLst/>
              <a:rect l="l" t="t" r="r" b="b"/>
              <a:pathLst>
                <a:path w="2366" h="2472" extrusionOk="0">
                  <a:moveTo>
                    <a:pt x="1183" y="462"/>
                  </a:moveTo>
                  <a:lnTo>
                    <a:pt x="1944" y="978"/>
                  </a:lnTo>
                  <a:lnTo>
                    <a:pt x="1944" y="2055"/>
                  </a:lnTo>
                  <a:lnTo>
                    <a:pt x="417" y="2055"/>
                  </a:lnTo>
                  <a:lnTo>
                    <a:pt x="417" y="978"/>
                  </a:lnTo>
                  <a:lnTo>
                    <a:pt x="1183" y="462"/>
                  </a:lnTo>
                  <a:close/>
                  <a:moveTo>
                    <a:pt x="1183" y="1"/>
                  </a:moveTo>
                  <a:cubicBezTo>
                    <a:pt x="1143" y="1"/>
                    <a:pt x="1103" y="12"/>
                    <a:pt x="1067" y="34"/>
                  </a:cubicBezTo>
                  <a:lnTo>
                    <a:pt x="95" y="695"/>
                  </a:lnTo>
                  <a:cubicBezTo>
                    <a:pt x="40" y="734"/>
                    <a:pt x="6" y="795"/>
                    <a:pt x="1" y="867"/>
                  </a:cubicBezTo>
                  <a:lnTo>
                    <a:pt x="1" y="2260"/>
                  </a:lnTo>
                  <a:cubicBezTo>
                    <a:pt x="1" y="2377"/>
                    <a:pt x="95" y="2471"/>
                    <a:pt x="212" y="2471"/>
                  </a:cubicBezTo>
                  <a:lnTo>
                    <a:pt x="2155" y="2471"/>
                  </a:lnTo>
                  <a:cubicBezTo>
                    <a:pt x="2271" y="2471"/>
                    <a:pt x="2366" y="2377"/>
                    <a:pt x="2366" y="2260"/>
                  </a:cubicBezTo>
                  <a:lnTo>
                    <a:pt x="2366" y="867"/>
                  </a:lnTo>
                  <a:cubicBezTo>
                    <a:pt x="2366" y="795"/>
                    <a:pt x="2327" y="734"/>
                    <a:pt x="2271" y="695"/>
                  </a:cubicBezTo>
                  <a:lnTo>
                    <a:pt x="1300" y="34"/>
                  </a:lnTo>
                  <a:cubicBezTo>
                    <a:pt x="1264" y="12"/>
                    <a:pt x="1223" y="1"/>
                    <a:pt x="11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65"/>
            <p:cNvSpPr/>
            <p:nvPr/>
          </p:nvSpPr>
          <p:spPr>
            <a:xfrm rot="503610">
              <a:off x="6915280" y="3807393"/>
              <a:ext cx="63979" cy="71559"/>
            </a:xfrm>
            <a:custGeom>
              <a:avLst/>
              <a:gdLst/>
              <a:ahLst/>
              <a:cxnLst/>
              <a:rect l="l" t="t" r="r" b="b"/>
              <a:pathLst>
                <a:path w="1744" h="2011" extrusionOk="0">
                  <a:moveTo>
                    <a:pt x="233" y="0"/>
                  </a:moveTo>
                  <a:cubicBezTo>
                    <a:pt x="127" y="0"/>
                    <a:pt x="38" y="75"/>
                    <a:pt x="17" y="179"/>
                  </a:cubicBezTo>
                  <a:cubicBezTo>
                    <a:pt x="0" y="290"/>
                    <a:pt x="83" y="395"/>
                    <a:pt x="200" y="412"/>
                  </a:cubicBezTo>
                  <a:cubicBezTo>
                    <a:pt x="1177" y="545"/>
                    <a:pt x="1310" y="1772"/>
                    <a:pt x="1316" y="1828"/>
                  </a:cubicBezTo>
                  <a:cubicBezTo>
                    <a:pt x="1327" y="1933"/>
                    <a:pt x="1416" y="2011"/>
                    <a:pt x="1521" y="2011"/>
                  </a:cubicBezTo>
                  <a:lnTo>
                    <a:pt x="1543" y="2011"/>
                  </a:lnTo>
                  <a:cubicBezTo>
                    <a:pt x="1660" y="2000"/>
                    <a:pt x="1743" y="1900"/>
                    <a:pt x="1732" y="1783"/>
                  </a:cubicBezTo>
                  <a:cubicBezTo>
                    <a:pt x="1677" y="1228"/>
                    <a:pt x="1294" y="145"/>
                    <a:pt x="256" y="1"/>
                  </a:cubicBezTo>
                  <a:cubicBezTo>
                    <a:pt x="248" y="0"/>
                    <a:pt x="241" y="0"/>
                    <a:pt x="2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65"/>
            <p:cNvSpPr/>
            <p:nvPr/>
          </p:nvSpPr>
          <p:spPr>
            <a:xfrm rot="503610">
              <a:off x="6916710" y="3791951"/>
              <a:ext cx="44023" cy="56471"/>
            </a:xfrm>
            <a:custGeom>
              <a:avLst/>
              <a:gdLst/>
              <a:ahLst/>
              <a:cxnLst/>
              <a:rect l="l" t="t" r="r" b="b"/>
              <a:pathLst>
                <a:path w="1200" h="1587" extrusionOk="0">
                  <a:moveTo>
                    <a:pt x="960" y="1"/>
                  </a:moveTo>
                  <a:cubicBezTo>
                    <a:pt x="930" y="1"/>
                    <a:pt x="900" y="7"/>
                    <a:pt x="872" y="21"/>
                  </a:cubicBezTo>
                  <a:lnTo>
                    <a:pt x="117" y="399"/>
                  </a:lnTo>
                  <a:cubicBezTo>
                    <a:pt x="45" y="438"/>
                    <a:pt x="0" y="510"/>
                    <a:pt x="0" y="587"/>
                  </a:cubicBezTo>
                  <a:lnTo>
                    <a:pt x="11" y="1381"/>
                  </a:lnTo>
                  <a:cubicBezTo>
                    <a:pt x="11" y="1492"/>
                    <a:pt x="100" y="1587"/>
                    <a:pt x="217" y="1587"/>
                  </a:cubicBezTo>
                  <a:cubicBezTo>
                    <a:pt x="333" y="1581"/>
                    <a:pt x="422" y="1487"/>
                    <a:pt x="422" y="1370"/>
                  </a:cubicBezTo>
                  <a:lnTo>
                    <a:pt x="417" y="710"/>
                  </a:lnTo>
                  <a:lnTo>
                    <a:pt x="1055" y="393"/>
                  </a:lnTo>
                  <a:cubicBezTo>
                    <a:pt x="1155" y="343"/>
                    <a:pt x="1199" y="215"/>
                    <a:pt x="1149" y="116"/>
                  </a:cubicBezTo>
                  <a:cubicBezTo>
                    <a:pt x="1113" y="44"/>
                    <a:pt x="1037" y="1"/>
                    <a:pt x="9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65"/>
            <p:cNvSpPr/>
            <p:nvPr/>
          </p:nvSpPr>
          <p:spPr>
            <a:xfrm rot="503610">
              <a:off x="7109088" y="3848513"/>
              <a:ext cx="100225" cy="43483"/>
            </a:xfrm>
            <a:custGeom>
              <a:avLst/>
              <a:gdLst/>
              <a:ahLst/>
              <a:cxnLst/>
              <a:rect l="l" t="t" r="r" b="b"/>
              <a:pathLst>
                <a:path w="2732" h="1222" extrusionOk="0">
                  <a:moveTo>
                    <a:pt x="206" y="1"/>
                  </a:moveTo>
                  <a:cubicBezTo>
                    <a:pt x="95" y="1"/>
                    <a:pt x="1" y="95"/>
                    <a:pt x="1" y="206"/>
                  </a:cubicBezTo>
                  <a:lnTo>
                    <a:pt x="1" y="1011"/>
                  </a:lnTo>
                  <a:cubicBezTo>
                    <a:pt x="1" y="1150"/>
                    <a:pt x="105" y="1219"/>
                    <a:pt x="209" y="1219"/>
                  </a:cubicBezTo>
                  <a:cubicBezTo>
                    <a:pt x="313" y="1219"/>
                    <a:pt x="417" y="1150"/>
                    <a:pt x="417" y="1011"/>
                  </a:cubicBezTo>
                  <a:lnTo>
                    <a:pt x="417" y="417"/>
                  </a:lnTo>
                  <a:lnTo>
                    <a:pt x="2310" y="417"/>
                  </a:lnTo>
                  <a:lnTo>
                    <a:pt x="2310" y="1017"/>
                  </a:lnTo>
                  <a:cubicBezTo>
                    <a:pt x="2310" y="1133"/>
                    <a:pt x="2404" y="1222"/>
                    <a:pt x="2521" y="1222"/>
                  </a:cubicBezTo>
                  <a:cubicBezTo>
                    <a:pt x="2637" y="1222"/>
                    <a:pt x="2732" y="1128"/>
                    <a:pt x="2726" y="1017"/>
                  </a:cubicBezTo>
                  <a:lnTo>
                    <a:pt x="2726" y="206"/>
                  </a:lnTo>
                  <a:cubicBezTo>
                    <a:pt x="2726" y="95"/>
                    <a:pt x="2637" y="1"/>
                    <a:pt x="2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3" name="Google Shape;1433;p65"/>
          <p:cNvGrpSpPr/>
          <p:nvPr/>
        </p:nvGrpSpPr>
        <p:grpSpPr>
          <a:xfrm>
            <a:off x="6826534" y="1727815"/>
            <a:ext cx="526618" cy="1011183"/>
            <a:chOff x="1097875" y="1285875"/>
            <a:chExt cx="1391329" cy="2671555"/>
          </a:xfrm>
        </p:grpSpPr>
        <p:sp>
          <p:nvSpPr>
            <p:cNvPr id="1434" name="Google Shape;1434;p65"/>
            <p:cNvSpPr/>
            <p:nvPr/>
          </p:nvSpPr>
          <p:spPr>
            <a:xfrm>
              <a:off x="1097875" y="1285875"/>
              <a:ext cx="1391329" cy="2671555"/>
            </a:xfrm>
            <a:custGeom>
              <a:avLst/>
              <a:gdLst/>
              <a:ahLst/>
              <a:cxnLst/>
              <a:rect l="l" t="t" r="r" b="b"/>
              <a:pathLst>
                <a:path w="41526" h="79736" extrusionOk="0">
                  <a:moveTo>
                    <a:pt x="6690" y="0"/>
                  </a:moveTo>
                  <a:cubicBezTo>
                    <a:pt x="2982" y="0"/>
                    <a:pt x="1" y="2981"/>
                    <a:pt x="1" y="6684"/>
                  </a:cubicBezTo>
                  <a:lnTo>
                    <a:pt x="1" y="73051"/>
                  </a:lnTo>
                  <a:cubicBezTo>
                    <a:pt x="1" y="76754"/>
                    <a:pt x="2982" y="79735"/>
                    <a:pt x="6690" y="79735"/>
                  </a:cubicBezTo>
                  <a:lnTo>
                    <a:pt x="34836" y="79735"/>
                  </a:lnTo>
                  <a:cubicBezTo>
                    <a:pt x="38544" y="79735"/>
                    <a:pt x="41526" y="76754"/>
                    <a:pt x="41526" y="73051"/>
                  </a:cubicBezTo>
                  <a:lnTo>
                    <a:pt x="41526" y="6684"/>
                  </a:lnTo>
                  <a:cubicBezTo>
                    <a:pt x="41526" y="2981"/>
                    <a:pt x="38544" y="0"/>
                    <a:pt x="34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65"/>
            <p:cNvSpPr/>
            <p:nvPr/>
          </p:nvSpPr>
          <p:spPr>
            <a:xfrm>
              <a:off x="1146256" y="1324908"/>
              <a:ext cx="1294600" cy="2593455"/>
            </a:xfrm>
            <a:custGeom>
              <a:avLst/>
              <a:gdLst/>
              <a:ahLst/>
              <a:cxnLst/>
              <a:rect l="l" t="t" r="r" b="b"/>
              <a:pathLst>
                <a:path w="38639" h="77405" extrusionOk="0">
                  <a:moveTo>
                    <a:pt x="5041" y="1"/>
                  </a:moveTo>
                  <a:cubicBezTo>
                    <a:pt x="2249" y="1"/>
                    <a:pt x="0" y="2249"/>
                    <a:pt x="0" y="5047"/>
                  </a:cubicBezTo>
                  <a:lnTo>
                    <a:pt x="0" y="72364"/>
                  </a:lnTo>
                  <a:cubicBezTo>
                    <a:pt x="0" y="75156"/>
                    <a:pt x="2249" y="77404"/>
                    <a:pt x="5041" y="77404"/>
                  </a:cubicBezTo>
                  <a:lnTo>
                    <a:pt x="33597" y="77404"/>
                  </a:lnTo>
                  <a:cubicBezTo>
                    <a:pt x="36390" y="77404"/>
                    <a:pt x="38638" y="75156"/>
                    <a:pt x="38638" y="72364"/>
                  </a:cubicBezTo>
                  <a:lnTo>
                    <a:pt x="38638" y="5047"/>
                  </a:lnTo>
                  <a:cubicBezTo>
                    <a:pt x="38638" y="2249"/>
                    <a:pt x="36390" y="1"/>
                    <a:pt x="335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65"/>
            <p:cNvSpPr/>
            <p:nvPr/>
          </p:nvSpPr>
          <p:spPr>
            <a:xfrm>
              <a:off x="1212294" y="1656574"/>
              <a:ext cx="1162523" cy="1976829"/>
            </a:xfrm>
            <a:custGeom>
              <a:avLst/>
              <a:gdLst/>
              <a:ahLst/>
              <a:cxnLst/>
              <a:rect l="l" t="t" r="r" b="b"/>
              <a:pathLst>
                <a:path w="34697" h="59001" extrusionOk="0">
                  <a:moveTo>
                    <a:pt x="0" y="0"/>
                  </a:moveTo>
                  <a:lnTo>
                    <a:pt x="0" y="59001"/>
                  </a:lnTo>
                  <a:lnTo>
                    <a:pt x="34696" y="59001"/>
                  </a:lnTo>
                  <a:lnTo>
                    <a:pt x="346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65"/>
            <p:cNvSpPr/>
            <p:nvPr/>
          </p:nvSpPr>
          <p:spPr>
            <a:xfrm>
              <a:off x="1810625" y="1844402"/>
              <a:ext cx="440691" cy="494266"/>
            </a:xfrm>
            <a:custGeom>
              <a:avLst/>
              <a:gdLst/>
              <a:ahLst/>
              <a:cxnLst/>
              <a:rect l="l" t="t" r="r" b="b"/>
              <a:pathLst>
                <a:path w="13153" h="14752" extrusionOk="0">
                  <a:moveTo>
                    <a:pt x="1" y="1"/>
                  </a:moveTo>
                  <a:lnTo>
                    <a:pt x="1" y="14751"/>
                  </a:lnTo>
                  <a:lnTo>
                    <a:pt x="11148" y="14751"/>
                  </a:lnTo>
                  <a:cubicBezTo>
                    <a:pt x="12253" y="14751"/>
                    <a:pt x="13152" y="13852"/>
                    <a:pt x="13152" y="12747"/>
                  </a:cubicBezTo>
                  <a:lnTo>
                    <a:pt x="13152" y="2005"/>
                  </a:lnTo>
                  <a:cubicBezTo>
                    <a:pt x="13152" y="900"/>
                    <a:pt x="12253" y="1"/>
                    <a:pt x="111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65"/>
            <p:cNvSpPr/>
            <p:nvPr/>
          </p:nvSpPr>
          <p:spPr>
            <a:xfrm>
              <a:off x="1335961" y="1844402"/>
              <a:ext cx="440490" cy="494266"/>
            </a:xfrm>
            <a:custGeom>
              <a:avLst/>
              <a:gdLst/>
              <a:ahLst/>
              <a:cxnLst/>
              <a:rect l="l" t="t" r="r" b="b"/>
              <a:pathLst>
                <a:path w="13147" h="14752" extrusionOk="0">
                  <a:moveTo>
                    <a:pt x="2005" y="1"/>
                  </a:moveTo>
                  <a:cubicBezTo>
                    <a:pt x="895" y="1"/>
                    <a:pt x="1" y="900"/>
                    <a:pt x="1" y="2005"/>
                  </a:cubicBezTo>
                  <a:lnTo>
                    <a:pt x="1" y="12747"/>
                  </a:lnTo>
                  <a:cubicBezTo>
                    <a:pt x="1" y="13852"/>
                    <a:pt x="895" y="14751"/>
                    <a:pt x="2005" y="14751"/>
                  </a:cubicBezTo>
                  <a:lnTo>
                    <a:pt x="13146" y="14751"/>
                  </a:lnTo>
                  <a:lnTo>
                    <a:pt x="131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65"/>
            <p:cNvSpPr/>
            <p:nvPr/>
          </p:nvSpPr>
          <p:spPr>
            <a:xfrm>
              <a:off x="1430445" y="1994706"/>
              <a:ext cx="120953" cy="195703"/>
            </a:xfrm>
            <a:custGeom>
              <a:avLst/>
              <a:gdLst/>
              <a:ahLst/>
              <a:cxnLst/>
              <a:rect l="l" t="t" r="r" b="b"/>
              <a:pathLst>
                <a:path w="3610" h="5841" extrusionOk="0">
                  <a:moveTo>
                    <a:pt x="1805" y="583"/>
                  </a:moveTo>
                  <a:cubicBezTo>
                    <a:pt x="2460" y="583"/>
                    <a:pt x="2904" y="1250"/>
                    <a:pt x="2904" y="2898"/>
                  </a:cubicBezTo>
                  <a:cubicBezTo>
                    <a:pt x="2904" y="4547"/>
                    <a:pt x="2460" y="5258"/>
                    <a:pt x="1805" y="5258"/>
                  </a:cubicBezTo>
                  <a:cubicBezTo>
                    <a:pt x="1150" y="5258"/>
                    <a:pt x="706" y="4553"/>
                    <a:pt x="706" y="2898"/>
                  </a:cubicBezTo>
                  <a:cubicBezTo>
                    <a:pt x="706" y="1250"/>
                    <a:pt x="1150" y="583"/>
                    <a:pt x="1805" y="583"/>
                  </a:cubicBezTo>
                  <a:close/>
                  <a:moveTo>
                    <a:pt x="1805" y="1"/>
                  </a:moveTo>
                  <a:cubicBezTo>
                    <a:pt x="678" y="1"/>
                    <a:pt x="1" y="1011"/>
                    <a:pt x="1" y="2898"/>
                  </a:cubicBezTo>
                  <a:cubicBezTo>
                    <a:pt x="1" y="4786"/>
                    <a:pt x="678" y="5841"/>
                    <a:pt x="1805" y="5841"/>
                  </a:cubicBezTo>
                  <a:cubicBezTo>
                    <a:pt x="2926" y="5841"/>
                    <a:pt x="3609" y="4786"/>
                    <a:pt x="3609" y="2898"/>
                  </a:cubicBezTo>
                  <a:cubicBezTo>
                    <a:pt x="3609" y="1016"/>
                    <a:pt x="2926" y="1"/>
                    <a:pt x="18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65"/>
            <p:cNvSpPr/>
            <p:nvPr/>
          </p:nvSpPr>
          <p:spPr>
            <a:xfrm>
              <a:off x="1576459" y="1994505"/>
              <a:ext cx="122796" cy="195904"/>
            </a:xfrm>
            <a:custGeom>
              <a:avLst/>
              <a:gdLst/>
              <a:ahLst/>
              <a:cxnLst/>
              <a:rect l="l" t="t" r="r" b="b"/>
              <a:pathLst>
                <a:path w="3665" h="5847" extrusionOk="0">
                  <a:moveTo>
                    <a:pt x="1855" y="539"/>
                  </a:moveTo>
                  <a:cubicBezTo>
                    <a:pt x="2477" y="539"/>
                    <a:pt x="2832" y="984"/>
                    <a:pt x="2832" y="1539"/>
                  </a:cubicBezTo>
                  <a:cubicBezTo>
                    <a:pt x="2832" y="1955"/>
                    <a:pt x="2621" y="2333"/>
                    <a:pt x="2238" y="2666"/>
                  </a:cubicBezTo>
                  <a:cubicBezTo>
                    <a:pt x="1566" y="2399"/>
                    <a:pt x="939" y="2116"/>
                    <a:pt x="939" y="1444"/>
                  </a:cubicBezTo>
                  <a:cubicBezTo>
                    <a:pt x="939" y="900"/>
                    <a:pt x="1328" y="539"/>
                    <a:pt x="1855" y="539"/>
                  </a:cubicBezTo>
                  <a:close/>
                  <a:moveTo>
                    <a:pt x="1439" y="3004"/>
                  </a:moveTo>
                  <a:cubicBezTo>
                    <a:pt x="2255" y="3332"/>
                    <a:pt x="2965" y="3593"/>
                    <a:pt x="2965" y="4320"/>
                  </a:cubicBezTo>
                  <a:lnTo>
                    <a:pt x="2965" y="4326"/>
                  </a:lnTo>
                  <a:cubicBezTo>
                    <a:pt x="2965" y="4899"/>
                    <a:pt x="2527" y="5303"/>
                    <a:pt x="1874" y="5303"/>
                  </a:cubicBezTo>
                  <a:cubicBezTo>
                    <a:pt x="1869" y="5303"/>
                    <a:pt x="1865" y="5303"/>
                    <a:pt x="1860" y="5303"/>
                  </a:cubicBezTo>
                  <a:cubicBezTo>
                    <a:pt x="1172" y="5303"/>
                    <a:pt x="650" y="4847"/>
                    <a:pt x="650" y="4231"/>
                  </a:cubicBezTo>
                  <a:cubicBezTo>
                    <a:pt x="650" y="3715"/>
                    <a:pt x="989" y="3299"/>
                    <a:pt x="1439" y="3004"/>
                  </a:cubicBezTo>
                  <a:close/>
                  <a:moveTo>
                    <a:pt x="1872" y="1"/>
                  </a:moveTo>
                  <a:cubicBezTo>
                    <a:pt x="961" y="1"/>
                    <a:pt x="273" y="578"/>
                    <a:pt x="273" y="1444"/>
                  </a:cubicBezTo>
                  <a:cubicBezTo>
                    <a:pt x="273" y="2038"/>
                    <a:pt x="645" y="2455"/>
                    <a:pt x="1061" y="2749"/>
                  </a:cubicBezTo>
                  <a:lnTo>
                    <a:pt x="1061" y="2782"/>
                  </a:lnTo>
                  <a:cubicBezTo>
                    <a:pt x="534" y="3065"/>
                    <a:pt x="1" y="3565"/>
                    <a:pt x="1" y="4298"/>
                  </a:cubicBezTo>
                  <a:cubicBezTo>
                    <a:pt x="1" y="5197"/>
                    <a:pt x="783" y="5847"/>
                    <a:pt x="1849" y="5847"/>
                  </a:cubicBezTo>
                  <a:cubicBezTo>
                    <a:pt x="2937" y="5847"/>
                    <a:pt x="3665" y="5186"/>
                    <a:pt x="3665" y="4342"/>
                  </a:cubicBezTo>
                  <a:cubicBezTo>
                    <a:pt x="3665" y="3587"/>
                    <a:pt x="3187" y="3193"/>
                    <a:pt x="2688" y="2893"/>
                  </a:cubicBezTo>
                  <a:lnTo>
                    <a:pt x="2688" y="2860"/>
                  </a:lnTo>
                  <a:cubicBezTo>
                    <a:pt x="3032" y="2599"/>
                    <a:pt x="3465" y="2088"/>
                    <a:pt x="3465" y="1500"/>
                  </a:cubicBezTo>
                  <a:cubicBezTo>
                    <a:pt x="3465" y="628"/>
                    <a:pt x="2860" y="1"/>
                    <a:pt x="18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65"/>
            <p:cNvSpPr/>
            <p:nvPr/>
          </p:nvSpPr>
          <p:spPr>
            <a:xfrm>
              <a:off x="1892109" y="1994706"/>
              <a:ext cx="124270" cy="195703"/>
            </a:xfrm>
            <a:custGeom>
              <a:avLst/>
              <a:gdLst/>
              <a:ahLst/>
              <a:cxnLst/>
              <a:rect l="l" t="t" r="r" b="b"/>
              <a:pathLst>
                <a:path w="3709" h="5841" extrusionOk="0">
                  <a:moveTo>
                    <a:pt x="1821" y="1"/>
                  </a:moveTo>
                  <a:cubicBezTo>
                    <a:pt x="1155" y="1"/>
                    <a:pt x="644" y="300"/>
                    <a:pt x="206" y="700"/>
                  </a:cubicBezTo>
                  <a:lnTo>
                    <a:pt x="594" y="1161"/>
                  </a:lnTo>
                  <a:cubicBezTo>
                    <a:pt x="928" y="828"/>
                    <a:pt x="1327" y="595"/>
                    <a:pt x="1799" y="595"/>
                  </a:cubicBezTo>
                  <a:cubicBezTo>
                    <a:pt x="2393" y="595"/>
                    <a:pt x="2771" y="933"/>
                    <a:pt x="2771" y="1483"/>
                  </a:cubicBezTo>
                  <a:cubicBezTo>
                    <a:pt x="2771" y="2071"/>
                    <a:pt x="2365" y="2532"/>
                    <a:pt x="1172" y="2532"/>
                  </a:cubicBezTo>
                  <a:lnTo>
                    <a:pt x="1172" y="3087"/>
                  </a:lnTo>
                  <a:cubicBezTo>
                    <a:pt x="2510" y="3087"/>
                    <a:pt x="2970" y="3537"/>
                    <a:pt x="2970" y="4203"/>
                  </a:cubicBezTo>
                  <a:cubicBezTo>
                    <a:pt x="2970" y="4836"/>
                    <a:pt x="2482" y="5236"/>
                    <a:pt x="1799" y="5236"/>
                  </a:cubicBezTo>
                  <a:cubicBezTo>
                    <a:pt x="1139" y="5236"/>
                    <a:pt x="700" y="4925"/>
                    <a:pt x="361" y="4575"/>
                  </a:cubicBezTo>
                  <a:lnTo>
                    <a:pt x="0" y="5047"/>
                  </a:lnTo>
                  <a:cubicBezTo>
                    <a:pt x="378" y="5463"/>
                    <a:pt x="944" y="5841"/>
                    <a:pt x="1849" y="5841"/>
                  </a:cubicBezTo>
                  <a:cubicBezTo>
                    <a:pt x="2882" y="5841"/>
                    <a:pt x="3709" y="5236"/>
                    <a:pt x="3709" y="4236"/>
                  </a:cubicBezTo>
                  <a:cubicBezTo>
                    <a:pt x="3709" y="3459"/>
                    <a:pt x="3165" y="2965"/>
                    <a:pt x="2488" y="2804"/>
                  </a:cubicBezTo>
                  <a:lnTo>
                    <a:pt x="2488" y="2765"/>
                  </a:lnTo>
                  <a:cubicBezTo>
                    <a:pt x="3098" y="2538"/>
                    <a:pt x="3509" y="2110"/>
                    <a:pt x="3509" y="1427"/>
                  </a:cubicBezTo>
                  <a:cubicBezTo>
                    <a:pt x="3509" y="522"/>
                    <a:pt x="2804" y="1"/>
                    <a:pt x="18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65"/>
            <p:cNvSpPr/>
            <p:nvPr/>
          </p:nvSpPr>
          <p:spPr>
            <a:xfrm>
              <a:off x="2044255" y="1994706"/>
              <a:ext cx="120920" cy="195703"/>
            </a:xfrm>
            <a:custGeom>
              <a:avLst/>
              <a:gdLst/>
              <a:ahLst/>
              <a:cxnLst/>
              <a:rect l="l" t="t" r="r" b="b"/>
              <a:pathLst>
                <a:path w="3609" h="5841" extrusionOk="0">
                  <a:moveTo>
                    <a:pt x="1805" y="583"/>
                  </a:moveTo>
                  <a:cubicBezTo>
                    <a:pt x="2460" y="583"/>
                    <a:pt x="2904" y="1250"/>
                    <a:pt x="2904" y="2898"/>
                  </a:cubicBezTo>
                  <a:cubicBezTo>
                    <a:pt x="2904" y="4547"/>
                    <a:pt x="2460" y="5258"/>
                    <a:pt x="1805" y="5258"/>
                  </a:cubicBezTo>
                  <a:cubicBezTo>
                    <a:pt x="1150" y="5258"/>
                    <a:pt x="706" y="4553"/>
                    <a:pt x="706" y="2898"/>
                  </a:cubicBezTo>
                  <a:cubicBezTo>
                    <a:pt x="706" y="1250"/>
                    <a:pt x="1150" y="583"/>
                    <a:pt x="1805" y="583"/>
                  </a:cubicBezTo>
                  <a:close/>
                  <a:moveTo>
                    <a:pt x="1805" y="1"/>
                  </a:moveTo>
                  <a:cubicBezTo>
                    <a:pt x="683" y="1"/>
                    <a:pt x="1" y="1011"/>
                    <a:pt x="1" y="2898"/>
                  </a:cubicBezTo>
                  <a:cubicBezTo>
                    <a:pt x="1" y="4786"/>
                    <a:pt x="683" y="5841"/>
                    <a:pt x="1805" y="5841"/>
                  </a:cubicBezTo>
                  <a:cubicBezTo>
                    <a:pt x="2926" y="5841"/>
                    <a:pt x="3609" y="4786"/>
                    <a:pt x="3609" y="2898"/>
                  </a:cubicBezTo>
                  <a:cubicBezTo>
                    <a:pt x="3609" y="1016"/>
                    <a:pt x="2926" y="1"/>
                    <a:pt x="18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65"/>
            <p:cNvSpPr/>
            <p:nvPr/>
          </p:nvSpPr>
          <p:spPr>
            <a:xfrm>
              <a:off x="1286876" y="3292419"/>
              <a:ext cx="211517" cy="211517"/>
            </a:xfrm>
            <a:custGeom>
              <a:avLst/>
              <a:gdLst/>
              <a:ahLst/>
              <a:cxnLst/>
              <a:rect l="l" t="t" r="r" b="b"/>
              <a:pathLst>
                <a:path w="6313" h="6313" extrusionOk="0">
                  <a:moveTo>
                    <a:pt x="972" y="1"/>
                  </a:moveTo>
                  <a:cubicBezTo>
                    <a:pt x="433" y="1"/>
                    <a:pt x="0" y="428"/>
                    <a:pt x="0" y="967"/>
                  </a:cubicBezTo>
                  <a:lnTo>
                    <a:pt x="0" y="5341"/>
                  </a:lnTo>
                  <a:cubicBezTo>
                    <a:pt x="0" y="5880"/>
                    <a:pt x="433" y="6313"/>
                    <a:pt x="972" y="6313"/>
                  </a:cubicBezTo>
                  <a:lnTo>
                    <a:pt x="5341" y="6313"/>
                  </a:lnTo>
                  <a:cubicBezTo>
                    <a:pt x="5879" y="6313"/>
                    <a:pt x="6312" y="5880"/>
                    <a:pt x="6312" y="5341"/>
                  </a:cubicBezTo>
                  <a:lnTo>
                    <a:pt x="6312" y="967"/>
                  </a:lnTo>
                  <a:cubicBezTo>
                    <a:pt x="6312" y="428"/>
                    <a:pt x="5879" y="1"/>
                    <a:pt x="5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65"/>
            <p:cNvSpPr/>
            <p:nvPr/>
          </p:nvSpPr>
          <p:spPr>
            <a:xfrm>
              <a:off x="1550426" y="3292419"/>
              <a:ext cx="211517" cy="211517"/>
            </a:xfrm>
            <a:custGeom>
              <a:avLst/>
              <a:gdLst/>
              <a:ahLst/>
              <a:cxnLst/>
              <a:rect l="l" t="t" r="r" b="b"/>
              <a:pathLst>
                <a:path w="6313" h="6313" extrusionOk="0">
                  <a:moveTo>
                    <a:pt x="966" y="1"/>
                  </a:moveTo>
                  <a:cubicBezTo>
                    <a:pt x="434" y="1"/>
                    <a:pt x="1" y="428"/>
                    <a:pt x="1" y="967"/>
                  </a:cubicBezTo>
                  <a:lnTo>
                    <a:pt x="1" y="5341"/>
                  </a:lnTo>
                  <a:cubicBezTo>
                    <a:pt x="1" y="5880"/>
                    <a:pt x="434" y="6313"/>
                    <a:pt x="966" y="6313"/>
                  </a:cubicBezTo>
                  <a:lnTo>
                    <a:pt x="5341" y="6313"/>
                  </a:lnTo>
                  <a:cubicBezTo>
                    <a:pt x="5879" y="6313"/>
                    <a:pt x="6312" y="5880"/>
                    <a:pt x="6312" y="5341"/>
                  </a:cubicBezTo>
                  <a:lnTo>
                    <a:pt x="6312" y="967"/>
                  </a:lnTo>
                  <a:cubicBezTo>
                    <a:pt x="6312" y="428"/>
                    <a:pt x="5879" y="1"/>
                    <a:pt x="53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65"/>
            <p:cNvSpPr/>
            <p:nvPr/>
          </p:nvSpPr>
          <p:spPr>
            <a:xfrm>
              <a:off x="1813808" y="3292419"/>
              <a:ext cx="211517" cy="211517"/>
            </a:xfrm>
            <a:custGeom>
              <a:avLst/>
              <a:gdLst/>
              <a:ahLst/>
              <a:cxnLst/>
              <a:rect l="l" t="t" r="r" b="b"/>
              <a:pathLst>
                <a:path w="6313" h="6313" extrusionOk="0">
                  <a:moveTo>
                    <a:pt x="972" y="1"/>
                  </a:moveTo>
                  <a:cubicBezTo>
                    <a:pt x="433" y="1"/>
                    <a:pt x="0" y="428"/>
                    <a:pt x="0" y="967"/>
                  </a:cubicBezTo>
                  <a:lnTo>
                    <a:pt x="0" y="5341"/>
                  </a:lnTo>
                  <a:cubicBezTo>
                    <a:pt x="0" y="5880"/>
                    <a:pt x="433" y="6313"/>
                    <a:pt x="972" y="6313"/>
                  </a:cubicBezTo>
                  <a:lnTo>
                    <a:pt x="5346" y="6313"/>
                  </a:lnTo>
                  <a:cubicBezTo>
                    <a:pt x="5879" y="6313"/>
                    <a:pt x="6312" y="5880"/>
                    <a:pt x="6312" y="5341"/>
                  </a:cubicBezTo>
                  <a:lnTo>
                    <a:pt x="6312" y="967"/>
                  </a:lnTo>
                  <a:cubicBezTo>
                    <a:pt x="6312" y="428"/>
                    <a:pt x="5879" y="1"/>
                    <a:pt x="53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65"/>
            <p:cNvSpPr/>
            <p:nvPr/>
          </p:nvSpPr>
          <p:spPr>
            <a:xfrm>
              <a:off x="2088716" y="3292419"/>
              <a:ext cx="211517" cy="211517"/>
            </a:xfrm>
            <a:custGeom>
              <a:avLst/>
              <a:gdLst/>
              <a:ahLst/>
              <a:cxnLst/>
              <a:rect l="l" t="t" r="r" b="b"/>
              <a:pathLst>
                <a:path w="6313" h="6313" extrusionOk="0">
                  <a:moveTo>
                    <a:pt x="972" y="1"/>
                  </a:moveTo>
                  <a:cubicBezTo>
                    <a:pt x="433" y="1"/>
                    <a:pt x="0" y="428"/>
                    <a:pt x="0" y="967"/>
                  </a:cubicBezTo>
                  <a:lnTo>
                    <a:pt x="0" y="5341"/>
                  </a:lnTo>
                  <a:cubicBezTo>
                    <a:pt x="0" y="5880"/>
                    <a:pt x="433" y="6313"/>
                    <a:pt x="972" y="6313"/>
                  </a:cubicBezTo>
                  <a:lnTo>
                    <a:pt x="5346" y="6313"/>
                  </a:lnTo>
                  <a:cubicBezTo>
                    <a:pt x="5879" y="6313"/>
                    <a:pt x="6312" y="5880"/>
                    <a:pt x="6312" y="5341"/>
                  </a:cubicBezTo>
                  <a:lnTo>
                    <a:pt x="6312" y="967"/>
                  </a:lnTo>
                  <a:cubicBezTo>
                    <a:pt x="6312" y="428"/>
                    <a:pt x="5879" y="1"/>
                    <a:pt x="53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65"/>
            <p:cNvSpPr/>
            <p:nvPr/>
          </p:nvSpPr>
          <p:spPr>
            <a:xfrm>
              <a:off x="1657374" y="3673169"/>
              <a:ext cx="272329" cy="182502"/>
            </a:xfrm>
            <a:custGeom>
              <a:avLst/>
              <a:gdLst/>
              <a:ahLst/>
              <a:cxnLst/>
              <a:rect l="l" t="t" r="r" b="b"/>
              <a:pathLst>
                <a:path w="8128" h="5447" extrusionOk="0">
                  <a:moveTo>
                    <a:pt x="1322" y="1"/>
                  </a:moveTo>
                  <a:cubicBezTo>
                    <a:pt x="589" y="1"/>
                    <a:pt x="1" y="589"/>
                    <a:pt x="1" y="1322"/>
                  </a:cubicBezTo>
                  <a:lnTo>
                    <a:pt x="1" y="4125"/>
                  </a:lnTo>
                  <a:cubicBezTo>
                    <a:pt x="1" y="4858"/>
                    <a:pt x="589" y="5447"/>
                    <a:pt x="1322" y="5447"/>
                  </a:cubicBezTo>
                  <a:lnTo>
                    <a:pt x="6807" y="5447"/>
                  </a:lnTo>
                  <a:cubicBezTo>
                    <a:pt x="7539" y="5447"/>
                    <a:pt x="8128" y="4858"/>
                    <a:pt x="8128" y="4125"/>
                  </a:cubicBezTo>
                  <a:lnTo>
                    <a:pt x="8128" y="1322"/>
                  </a:lnTo>
                  <a:cubicBezTo>
                    <a:pt x="8128" y="589"/>
                    <a:pt x="7539" y="1"/>
                    <a:pt x="6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65"/>
            <p:cNvSpPr/>
            <p:nvPr/>
          </p:nvSpPr>
          <p:spPr>
            <a:xfrm>
              <a:off x="1361090" y="3719674"/>
              <a:ext cx="120920" cy="62889"/>
            </a:xfrm>
            <a:custGeom>
              <a:avLst/>
              <a:gdLst/>
              <a:ahLst/>
              <a:cxnLst/>
              <a:rect l="l" t="t" r="r" b="b"/>
              <a:pathLst>
                <a:path w="3609" h="1877" extrusionOk="0">
                  <a:moveTo>
                    <a:pt x="0" y="1"/>
                  </a:moveTo>
                  <a:lnTo>
                    <a:pt x="0" y="1877"/>
                  </a:lnTo>
                  <a:lnTo>
                    <a:pt x="261" y="1877"/>
                  </a:lnTo>
                  <a:lnTo>
                    <a:pt x="261" y="261"/>
                  </a:lnTo>
                  <a:lnTo>
                    <a:pt x="3353" y="261"/>
                  </a:lnTo>
                  <a:lnTo>
                    <a:pt x="3353" y="1877"/>
                  </a:lnTo>
                  <a:lnTo>
                    <a:pt x="3609" y="1877"/>
                  </a:lnTo>
                  <a:lnTo>
                    <a:pt x="36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65"/>
            <p:cNvSpPr/>
            <p:nvPr/>
          </p:nvSpPr>
          <p:spPr>
            <a:xfrm>
              <a:off x="1393623" y="3746846"/>
              <a:ext cx="56020" cy="8577"/>
            </a:xfrm>
            <a:custGeom>
              <a:avLst/>
              <a:gdLst/>
              <a:ahLst/>
              <a:cxnLst/>
              <a:rect l="l" t="t" r="r" b="b"/>
              <a:pathLst>
                <a:path w="1672" h="256" extrusionOk="0">
                  <a:moveTo>
                    <a:pt x="1" y="0"/>
                  </a:moveTo>
                  <a:lnTo>
                    <a:pt x="1" y="255"/>
                  </a:lnTo>
                  <a:lnTo>
                    <a:pt x="1672" y="255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65"/>
            <p:cNvSpPr/>
            <p:nvPr/>
          </p:nvSpPr>
          <p:spPr>
            <a:xfrm>
              <a:off x="1393623" y="3764671"/>
              <a:ext cx="56020" cy="8778"/>
            </a:xfrm>
            <a:custGeom>
              <a:avLst/>
              <a:gdLst/>
              <a:ahLst/>
              <a:cxnLst/>
              <a:rect l="l" t="t" r="r" b="b"/>
              <a:pathLst>
                <a:path w="1672" h="262" extrusionOk="0">
                  <a:moveTo>
                    <a:pt x="1" y="1"/>
                  </a:moveTo>
                  <a:lnTo>
                    <a:pt x="1" y="262"/>
                  </a:lnTo>
                  <a:lnTo>
                    <a:pt x="1672" y="262"/>
                  </a:lnTo>
                  <a:lnTo>
                    <a:pt x="16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65"/>
            <p:cNvSpPr/>
            <p:nvPr/>
          </p:nvSpPr>
          <p:spPr>
            <a:xfrm>
              <a:off x="2135020" y="3739375"/>
              <a:ext cx="79842" cy="51765"/>
            </a:xfrm>
            <a:custGeom>
              <a:avLst/>
              <a:gdLst/>
              <a:ahLst/>
              <a:cxnLst/>
              <a:rect l="l" t="t" r="r" b="b"/>
              <a:pathLst>
                <a:path w="2383" h="1545" extrusionOk="0">
                  <a:moveTo>
                    <a:pt x="672" y="1"/>
                  </a:moveTo>
                  <a:lnTo>
                    <a:pt x="672" y="256"/>
                  </a:lnTo>
                  <a:lnTo>
                    <a:pt x="1611" y="256"/>
                  </a:lnTo>
                  <a:cubicBezTo>
                    <a:pt x="1894" y="256"/>
                    <a:pt x="2121" y="490"/>
                    <a:pt x="2121" y="773"/>
                  </a:cubicBezTo>
                  <a:cubicBezTo>
                    <a:pt x="2121" y="1056"/>
                    <a:pt x="1894" y="1283"/>
                    <a:pt x="1611" y="1283"/>
                  </a:cubicBezTo>
                  <a:lnTo>
                    <a:pt x="1" y="1283"/>
                  </a:lnTo>
                  <a:lnTo>
                    <a:pt x="1" y="1544"/>
                  </a:lnTo>
                  <a:lnTo>
                    <a:pt x="1611" y="1544"/>
                  </a:lnTo>
                  <a:cubicBezTo>
                    <a:pt x="2038" y="1544"/>
                    <a:pt x="2382" y="1200"/>
                    <a:pt x="2382" y="773"/>
                  </a:cubicBezTo>
                  <a:cubicBezTo>
                    <a:pt x="2382" y="345"/>
                    <a:pt x="2038" y="1"/>
                    <a:pt x="16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65"/>
            <p:cNvSpPr/>
            <p:nvPr/>
          </p:nvSpPr>
          <p:spPr>
            <a:xfrm>
              <a:off x="2130932" y="3730664"/>
              <a:ext cx="26268" cy="26067"/>
            </a:xfrm>
            <a:custGeom>
              <a:avLst/>
              <a:gdLst/>
              <a:ahLst/>
              <a:cxnLst/>
              <a:rect l="l" t="t" r="r" b="b"/>
              <a:pathLst>
                <a:path w="784" h="778" extrusionOk="0">
                  <a:moveTo>
                    <a:pt x="783" y="0"/>
                  </a:moveTo>
                  <a:lnTo>
                    <a:pt x="0" y="389"/>
                  </a:lnTo>
                  <a:lnTo>
                    <a:pt x="783" y="77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65"/>
            <p:cNvSpPr/>
            <p:nvPr/>
          </p:nvSpPr>
          <p:spPr>
            <a:xfrm>
              <a:off x="1632814" y="1403779"/>
              <a:ext cx="321648" cy="51196"/>
            </a:xfrm>
            <a:custGeom>
              <a:avLst/>
              <a:gdLst/>
              <a:ahLst/>
              <a:cxnLst/>
              <a:rect l="l" t="t" r="r" b="b"/>
              <a:pathLst>
                <a:path w="9600" h="1528" extrusionOk="0">
                  <a:moveTo>
                    <a:pt x="761" y="1"/>
                  </a:moveTo>
                  <a:cubicBezTo>
                    <a:pt x="339" y="1"/>
                    <a:pt x="1" y="339"/>
                    <a:pt x="1" y="761"/>
                  </a:cubicBezTo>
                  <a:cubicBezTo>
                    <a:pt x="1" y="1183"/>
                    <a:pt x="339" y="1527"/>
                    <a:pt x="761" y="1527"/>
                  </a:cubicBezTo>
                  <a:lnTo>
                    <a:pt x="8833" y="1527"/>
                  </a:lnTo>
                  <a:cubicBezTo>
                    <a:pt x="9255" y="1527"/>
                    <a:pt x="9599" y="1183"/>
                    <a:pt x="9599" y="761"/>
                  </a:cubicBezTo>
                  <a:cubicBezTo>
                    <a:pt x="9599" y="339"/>
                    <a:pt x="9255" y="1"/>
                    <a:pt x="8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65"/>
            <p:cNvSpPr/>
            <p:nvPr/>
          </p:nvSpPr>
          <p:spPr>
            <a:xfrm>
              <a:off x="2087208" y="1382403"/>
              <a:ext cx="109796" cy="94015"/>
            </a:xfrm>
            <a:custGeom>
              <a:avLst/>
              <a:gdLst/>
              <a:ahLst/>
              <a:cxnLst/>
              <a:rect l="l" t="t" r="r" b="b"/>
              <a:pathLst>
                <a:path w="3277" h="2806" extrusionOk="0">
                  <a:moveTo>
                    <a:pt x="1877" y="0"/>
                  </a:moveTo>
                  <a:cubicBezTo>
                    <a:pt x="628" y="0"/>
                    <a:pt x="1" y="1510"/>
                    <a:pt x="884" y="2393"/>
                  </a:cubicBezTo>
                  <a:cubicBezTo>
                    <a:pt x="1169" y="2678"/>
                    <a:pt x="1519" y="2806"/>
                    <a:pt x="1863" y="2806"/>
                  </a:cubicBezTo>
                  <a:cubicBezTo>
                    <a:pt x="2584" y="2806"/>
                    <a:pt x="3276" y="2245"/>
                    <a:pt x="3276" y="1399"/>
                  </a:cubicBezTo>
                  <a:cubicBezTo>
                    <a:pt x="3276" y="628"/>
                    <a:pt x="2649" y="0"/>
                    <a:pt x="1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72"/>
          <p:cNvSpPr/>
          <p:nvPr/>
        </p:nvSpPr>
        <p:spPr>
          <a:xfrm>
            <a:off x="2730150" y="101425"/>
            <a:ext cx="3633300" cy="45345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66" name="Google Shape;1766;p72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20240" r="20264"/>
          <a:stretch/>
        </p:blipFill>
        <p:spPr>
          <a:xfrm>
            <a:off x="3001869" y="1434650"/>
            <a:ext cx="2958699" cy="3074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7" name="Google Shape;1767;p72"/>
          <p:cNvCxnSpPr>
            <a:stCxn id="1768" idx="3"/>
            <a:endCxn id="1769" idx="2"/>
          </p:cNvCxnSpPr>
          <p:nvPr/>
        </p:nvCxnSpPr>
        <p:spPr>
          <a:xfrm>
            <a:off x="2776272" y="2295775"/>
            <a:ext cx="536400" cy="344400"/>
          </a:xfrm>
          <a:prstGeom prst="bentConnector3">
            <a:avLst>
              <a:gd name="adj1" fmla="val 50008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770" name="Google Shape;1770;p72"/>
          <p:cNvCxnSpPr>
            <a:stCxn id="1771" idx="1"/>
            <a:endCxn id="1772" idx="6"/>
          </p:cNvCxnSpPr>
          <p:nvPr/>
        </p:nvCxnSpPr>
        <p:spPr>
          <a:xfrm rot="10800000">
            <a:off x="5608428" y="2361950"/>
            <a:ext cx="755022" cy="974496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69" name="Google Shape;1769;p72"/>
          <p:cNvSpPr/>
          <p:nvPr/>
        </p:nvSpPr>
        <p:spPr>
          <a:xfrm>
            <a:off x="3312753" y="2444750"/>
            <a:ext cx="209700" cy="390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72"/>
          <p:cNvSpPr/>
          <p:nvPr/>
        </p:nvSpPr>
        <p:spPr>
          <a:xfrm>
            <a:off x="5398728" y="2166650"/>
            <a:ext cx="209700" cy="390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72"/>
          <p:cNvSpPr txBox="1"/>
          <p:nvPr/>
        </p:nvSpPr>
        <p:spPr>
          <a:xfrm>
            <a:off x="6363450" y="3072596"/>
            <a:ext cx="2052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rPr>
              <a:t>FIJO</a:t>
            </a:r>
            <a:endParaRPr sz="2400" b="1" dirty="0">
              <a:solidFill>
                <a:schemeClr val="dk1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768" name="Google Shape;1768;p72"/>
          <p:cNvSpPr txBox="1"/>
          <p:nvPr/>
        </p:nvSpPr>
        <p:spPr>
          <a:xfrm>
            <a:off x="727872" y="2031925"/>
            <a:ext cx="2048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rPr>
              <a:t>NO FIJO</a:t>
            </a:r>
            <a:endParaRPr sz="2400" b="1" dirty="0">
              <a:solidFill>
                <a:schemeClr val="dk1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775" name="Google Shape;1775;p72"/>
          <p:cNvSpPr/>
          <p:nvPr/>
        </p:nvSpPr>
        <p:spPr>
          <a:xfrm>
            <a:off x="6363528" y="2347675"/>
            <a:ext cx="874800" cy="67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chemeClr val="dk2"/>
                </a:solidFill>
                <a:latin typeface="Signika"/>
                <a:ea typeface="Signika"/>
                <a:cs typeface="Signika"/>
                <a:sym typeface="Signika"/>
              </a:rPr>
              <a:t>57%</a:t>
            </a:r>
            <a:endParaRPr sz="2600" b="1" dirty="0">
              <a:solidFill>
                <a:schemeClr val="dk2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776" name="Google Shape;1776;p72"/>
          <p:cNvSpPr/>
          <p:nvPr/>
        </p:nvSpPr>
        <p:spPr>
          <a:xfrm>
            <a:off x="1916119" y="1357525"/>
            <a:ext cx="874800" cy="67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chemeClr val="dk2"/>
                </a:solidFill>
                <a:latin typeface="Signika"/>
                <a:ea typeface="Signika"/>
                <a:cs typeface="Signika"/>
                <a:sym typeface="Signika"/>
              </a:rPr>
              <a:t>43%</a:t>
            </a:r>
            <a:endParaRPr sz="2600" b="1" dirty="0">
              <a:solidFill>
                <a:schemeClr val="dk2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grpSp>
        <p:nvGrpSpPr>
          <p:cNvPr id="1777" name="Google Shape;1777;p72"/>
          <p:cNvGrpSpPr/>
          <p:nvPr/>
        </p:nvGrpSpPr>
        <p:grpSpPr>
          <a:xfrm rot="645">
            <a:off x="771213" y="882550"/>
            <a:ext cx="741856" cy="1424473"/>
            <a:chOff x="1097875" y="1285875"/>
            <a:chExt cx="1391329" cy="2671555"/>
          </a:xfrm>
        </p:grpSpPr>
        <p:sp>
          <p:nvSpPr>
            <p:cNvPr id="1778" name="Google Shape;1778;p72"/>
            <p:cNvSpPr/>
            <p:nvPr/>
          </p:nvSpPr>
          <p:spPr>
            <a:xfrm>
              <a:off x="1097875" y="1285875"/>
              <a:ext cx="1391329" cy="2671555"/>
            </a:xfrm>
            <a:custGeom>
              <a:avLst/>
              <a:gdLst/>
              <a:ahLst/>
              <a:cxnLst/>
              <a:rect l="l" t="t" r="r" b="b"/>
              <a:pathLst>
                <a:path w="41526" h="79736" extrusionOk="0">
                  <a:moveTo>
                    <a:pt x="6690" y="0"/>
                  </a:moveTo>
                  <a:cubicBezTo>
                    <a:pt x="2982" y="0"/>
                    <a:pt x="1" y="2981"/>
                    <a:pt x="1" y="6684"/>
                  </a:cubicBezTo>
                  <a:lnTo>
                    <a:pt x="1" y="73051"/>
                  </a:lnTo>
                  <a:cubicBezTo>
                    <a:pt x="1" y="76754"/>
                    <a:pt x="2982" y="79735"/>
                    <a:pt x="6690" y="79735"/>
                  </a:cubicBezTo>
                  <a:lnTo>
                    <a:pt x="34836" y="79735"/>
                  </a:lnTo>
                  <a:cubicBezTo>
                    <a:pt x="38544" y="79735"/>
                    <a:pt x="41526" y="76754"/>
                    <a:pt x="41526" y="73051"/>
                  </a:cubicBezTo>
                  <a:lnTo>
                    <a:pt x="41526" y="6684"/>
                  </a:lnTo>
                  <a:cubicBezTo>
                    <a:pt x="41526" y="2981"/>
                    <a:pt x="38544" y="0"/>
                    <a:pt x="34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72"/>
            <p:cNvSpPr/>
            <p:nvPr/>
          </p:nvSpPr>
          <p:spPr>
            <a:xfrm>
              <a:off x="1146256" y="1324908"/>
              <a:ext cx="1294600" cy="2593455"/>
            </a:xfrm>
            <a:custGeom>
              <a:avLst/>
              <a:gdLst/>
              <a:ahLst/>
              <a:cxnLst/>
              <a:rect l="l" t="t" r="r" b="b"/>
              <a:pathLst>
                <a:path w="38639" h="77405" extrusionOk="0">
                  <a:moveTo>
                    <a:pt x="5041" y="1"/>
                  </a:moveTo>
                  <a:cubicBezTo>
                    <a:pt x="2249" y="1"/>
                    <a:pt x="0" y="2249"/>
                    <a:pt x="0" y="5047"/>
                  </a:cubicBezTo>
                  <a:lnTo>
                    <a:pt x="0" y="72364"/>
                  </a:lnTo>
                  <a:cubicBezTo>
                    <a:pt x="0" y="75156"/>
                    <a:pt x="2249" y="77404"/>
                    <a:pt x="5041" y="77404"/>
                  </a:cubicBezTo>
                  <a:lnTo>
                    <a:pt x="33597" y="77404"/>
                  </a:lnTo>
                  <a:cubicBezTo>
                    <a:pt x="36390" y="77404"/>
                    <a:pt x="38638" y="75156"/>
                    <a:pt x="38638" y="72364"/>
                  </a:cubicBezTo>
                  <a:lnTo>
                    <a:pt x="38638" y="5047"/>
                  </a:lnTo>
                  <a:cubicBezTo>
                    <a:pt x="38638" y="2249"/>
                    <a:pt x="36390" y="1"/>
                    <a:pt x="335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72"/>
            <p:cNvSpPr/>
            <p:nvPr/>
          </p:nvSpPr>
          <p:spPr>
            <a:xfrm>
              <a:off x="1212294" y="1656574"/>
              <a:ext cx="1162523" cy="1976829"/>
            </a:xfrm>
            <a:custGeom>
              <a:avLst/>
              <a:gdLst/>
              <a:ahLst/>
              <a:cxnLst/>
              <a:rect l="l" t="t" r="r" b="b"/>
              <a:pathLst>
                <a:path w="34697" h="59001" extrusionOk="0">
                  <a:moveTo>
                    <a:pt x="0" y="0"/>
                  </a:moveTo>
                  <a:lnTo>
                    <a:pt x="0" y="59001"/>
                  </a:lnTo>
                  <a:lnTo>
                    <a:pt x="34696" y="59001"/>
                  </a:lnTo>
                  <a:lnTo>
                    <a:pt x="346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72"/>
            <p:cNvSpPr/>
            <p:nvPr/>
          </p:nvSpPr>
          <p:spPr>
            <a:xfrm>
              <a:off x="1810625" y="1844402"/>
              <a:ext cx="440691" cy="494266"/>
            </a:xfrm>
            <a:custGeom>
              <a:avLst/>
              <a:gdLst/>
              <a:ahLst/>
              <a:cxnLst/>
              <a:rect l="l" t="t" r="r" b="b"/>
              <a:pathLst>
                <a:path w="13153" h="14752" extrusionOk="0">
                  <a:moveTo>
                    <a:pt x="1" y="1"/>
                  </a:moveTo>
                  <a:lnTo>
                    <a:pt x="1" y="14751"/>
                  </a:lnTo>
                  <a:lnTo>
                    <a:pt x="11148" y="14751"/>
                  </a:lnTo>
                  <a:cubicBezTo>
                    <a:pt x="12253" y="14751"/>
                    <a:pt x="13152" y="13852"/>
                    <a:pt x="13152" y="12747"/>
                  </a:cubicBezTo>
                  <a:lnTo>
                    <a:pt x="13152" y="2005"/>
                  </a:lnTo>
                  <a:cubicBezTo>
                    <a:pt x="13152" y="900"/>
                    <a:pt x="12253" y="1"/>
                    <a:pt x="111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72"/>
            <p:cNvSpPr/>
            <p:nvPr/>
          </p:nvSpPr>
          <p:spPr>
            <a:xfrm>
              <a:off x="1335961" y="1844402"/>
              <a:ext cx="440490" cy="494266"/>
            </a:xfrm>
            <a:custGeom>
              <a:avLst/>
              <a:gdLst/>
              <a:ahLst/>
              <a:cxnLst/>
              <a:rect l="l" t="t" r="r" b="b"/>
              <a:pathLst>
                <a:path w="13147" h="14752" extrusionOk="0">
                  <a:moveTo>
                    <a:pt x="2005" y="1"/>
                  </a:moveTo>
                  <a:cubicBezTo>
                    <a:pt x="895" y="1"/>
                    <a:pt x="1" y="900"/>
                    <a:pt x="1" y="2005"/>
                  </a:cubicBezTo>
                  <a:lnTo>
                    <a:pt x="1" y="12747"/>
                  </a:lnTo>
                  <a:cubicBezTo>
                    <a:pt x="1" y="13852"/>
                    <a:pt x="895" y="14751"/>
                    <a:pt x="2005" y="14751"/>
                  </a:cubicBezTo>
                  <a:lnTo>
                    <a:pt x="13146" y="14751"/>
                  </a:lnTo>
                  <a:lnTo>
                    <a:pt x="131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72"/>
            <p:cNvSpPr/>
            <p:nvPr/>
          </p:nvSpPr>
          <p:spPr>
            <a:xfrm>
              <a:off x="1430445" y="1994706"/>
              <a:ext cx="120953" cy="195703"/>
            </a:xfrm>
            <a:custGeom>
              <a:avLst/>
              <a:gdLst/>
              <a:ahLst/>
              <a:cxnLst/>
              <a:rect l="l" t="t" r="r" b="b"/>
              <a:pathLst>
                <a:path w="3610" h="5841" extrusionOk="0">
                  <a:moveTo>
                    <a:pt x="1805" y="583"/>
                  </a:moveTo>
                  <a:cubicBezTo>
                    <a:pt x="2460" y="583"/>
                    <a:pt x="2904" y="1250"/>
                    <a:pt x="2904" y="2898"/>
                  </a:cubicBezTo>
                  <a:cubicBezTo>
                    <a:pt x="2904" y="4547"/>
                    <a:pt x="2460" y="5258"/>
                    <a:pt x="1805" y="5258"/>
                  </a:cubicBezTo>
                  <a:cubicBezTo>
                    <a:pt x="1150" y="5258"/>
                    <a:pt x="706" y="4553"/>
                    <a:pt x="706" y="2898"/>
                  </a:cubicBezTo>
                  <a:cubicBezTo>
                    <a:pt x="706" y="1250"/>
                    <a:pt x="1150" y="583"/>
                    <a:pt x="1805" y="583"/>
                  </a:cubicBezTo>
                  <a:close/>
                  <a:moveTo>
                    <a:pt x="1805" y="1"/>
                  </a:moveTo>
                  <a:cubicBezTo>
                    <a:pt x="678" y="1"/>
                    <a:pt x="1" y="1011"/>
                    <a:pt x="1" y="2898"/>
                  </a:cubicBezTo>
                  <a:cubicBezTo>
                    <a:pt x="1" y="4786"/>
                    <a:pt x="678" y="5841"/>
                    <a:pt x="1805" y="5841"/>
                  </a:cubicBezTo>
                  <a:cubicBezTo>
                    <a:pt x="2926" y="5841"/>
                    <a:pt x="3609" y="4786"/>
                    <a:pt x="3609" y="2898"/>
                  </a:cubicBezTo>
                  <a:cubicBezTo>
                    <a:pt x="3609" y="1016"/>
                    <a:pt x="2926" y="1"/>
                    <a:pt x="18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72"/>
            <p:cNvSpPr/>
            <p:nvPr/>
          </p:nvSpPr>
          <p:spPr>
            <a:xfrm>
              <a:off x="1576459" y="1994505"/>
              <a:ext cx="122796" cy="195904"/>
            </a:xfrm>
            <a:custGeom>
              <a:avLst/>
              <a:gdLst/>
              <a:ahLst/>
              <a:cxnLst/>
              <a:rect l="l" t="t" r="r" b="b"/>
              <a:pathLst>
                <a:path w="3665" h="5847" extrusionOk="0">
                  <a:moveTo>
                    <a:pt x="1855" y="539"/>
                  </a:moveTo>
                  <a:cubicBezTo>
                    <a:pt x="2477" y="539"/>
                    <a:pt x="2832" y="984"/>
                    <a:pt x="2832" y="1539"/>
                  </a:cubicBezTo>
                  <a:cubicBezTo>
                    <a:pt x="2832" y="1955"/>
                    <a:pt x="2621" y="2333"/>
                    <a:pt x="2238" y="2666"/>
                  </a:cubicBezTo>
                  <a:cubicBezTo>
                    <a:pt x="1566" y="2399"/>
                    <a:pt x="939" y="2116"/>
                    <a:pt x="939" y="1444"/>
                  </a:cubicBezTo>
                  <a:cubicBezTo>
                    <a:pt x="939" y="900"/>
                    <a:pt x="1328" y="539"/>
                    <a:pt x="1855" y="539"/>
                  </a:cubicBezTo>
                  <a:close/>
                  <a:moveTo>
                    <a:pt x="1439" y="3004"/>
                  </a:moveTo>
                  <a:cubicBezTo>
                    <a:pt x="2255" y="3332"/>
                    <a:pt x="2965" y="3593"/>
                    <a:pt x="2965" y="4320"/>
                  </a:cubicBezTo>
                  <a:lnTo>
                    <a:pt x="2965" y="4326"/>
                  </a:lnTo>
                  <a:cubicBezTo>
                    <a:pt x="2965" y="4899"/>
                    <a:pt x="2527" y="5303"/>
                    <a:pt x="1874" y="5303"/>
                  </a:cubicBezTo>
                  <a:cubicBezTo>
                    <a:pt x="1869" y="5303"/>
                    <a:pt x="1865" y="5303"/>
                    <a:pt x="1860" y="5303"/>
                  </a:cubicBezTo>
                  <a:cubicBezTo>
                    <a:pt x="1172" y="5303"/>
                    <a:pt x="650" y="4847"/>
                    <a:pt x="650" y="4231"/>
                  </a:cubicBezTo>
                  <a:cubicBezTo>
                    <a:pt x="650" y="3715"/>
                    <a:pt x="989" y="3299"/>
                    <a:pt x="1439" y="3004"/>
                  </a:cubicBezTo>
                  <a:close/>
                  <a:moveTo>
                    <a:pt x="1872" y="1"/>
                  </a:moveTo>
                  <a:cubicBezTo>
                    <a:pt x="961" y="1"/>
                    <a:pt x="273" y="578"/>
                    <a:pt x="273" y="1444"/>
                  </a:cubicBezTo>
                  <a:cubicBezTo>
                    <a:pt x="273" y="2038"/>
                    <a:pt x="645" y="2455"/>
                    <a:pt x="1061" y="2749"/>
                  </a:cubicBezTo>
                  <a:lnTo>
                    <a:pt x="1061" y="2782"/>
                  </a:lnTo>
                  <a:cubicBezTo>
                    <a:pt x="534" y="3065"/>
                    <a:pt x="1" y="3565"/>
                    <a:pt x="1" y="4298"/>
                  </a:cubicBezTo>
                  <a:cubicBezTo>
                    <a:pt x="1" y="5197"/>
                    <a:pt x="783" y="5847"/>
                    <a:pt x="1849" y="5847"/>
                  </a:cubicBezTo>
                  <a:cubicBezTo>
                    <a:pt x="2937" y="5847"/>
                    <a:pt x="3665" y="5186"/>
                    <a:pt x="3665" y="4342"/>
                  </a:cubicBezTo>
                  <a:cubicBezTo>
                    <a:pt x="3665" y="3587"/>
                    <a:pt x="3187" y="3193"/>
                    <a:pt x="2688" y="2893"/>
                  </a:cubicBezTo>
                  <a:lnTo>
                    <a:pt x="2688" y="2860"/>
                  </a:lnTo>
                  <a:cubicBezTo>
                    <a:pt x="3032" y="2599"/>
                    <a:pt x="3465" y="2088"/>
                    <a:pt x="3465" y="1500"/>
                  </a:cubicBezTo>
                  <a:cubicBezTo>
                    <a:pt x="3465" y="628"/>
                    <a:pt x="2860" y="1"/>
                    <a:pt x="18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72"/>
            <p:cNvSpPr/>
            <p:nvPr/>
          </p:nvSpPr>
          <p:spPr>
            <a:xfrm>
              <a:off x="1892109" y="1994706"/>
              <a:ext cx="124270" cy="195703"/>
            </a:xfrm>
            <a:custGeom>
              <a:avLst/>
              <a:gdLst/>
              <a:ahLst/>
              <a:cxnLst/>
              <a:rect l="l" t="t" r="r" b="b"/>
              <a:pathLst>
                <a:path w="3709" h="5841" extrusionOk="0">
                  <a:moveTo>
                    <a:pt x="1821" y="1"/>
                  </a:moveTo>
                  <a:cubicBezTo>
                    <a:pt x="1155" y="1"/>
                    <a:pt x="644" y="300"/>
                    <a:pt x="206" y="700"/>
                  </a:cubicBezTo>
                  <a:lnTo>
                    <a:pt x="594" y="1161"/>
                  </a:lnTo>
                  <a:cubicBezTo>
                    <a:pt x="928" y="828"/>
                    <a:pt x="1327" y="595"/>
                    <a:pt x="1799" y="595"/>
                  </a:cubicBezTo>
                  <a:cubicBezTo>
                    <a:pt x="2393" y="595"/>
                    <a:pt x="2771" y="933"/>
                    <a:pt x="2771" y="1483"/>
                  </a:cubicBezTo>
                  <a:cubicBezTo>
                    <a:pt x="2771" y="2071"/>
                    <a:pt x="2365" y="2532"/>
                    <a:pt x="1172" y="2532"/>
                  </a:cubicBezTo>
                  <a:lnTo>
                    <a:pt x="1172" y="3087"/>
                  </a:lnTo>
                  <a:cubicBezTo>
                    <a:pt x="2510" y="3087"/>
                    <a:pt x="2970" y="3537"/>
                    <a:pt x="2970" y="4203"/>
                  </a:cubicBezTo>
                  <a:cubicBezTo>
                    <a:pt x="2970" y="4836"/>
                    <a:pt x="2482" y="5236"/>
                    <a:pt x="1799" y="5236"/>
                  </a:cubicBezTo>
                  <a:cubicBezTo>
                    <a:pt x="1139" y="5236"/>
                    <a:pt x="700" y="4925"/>
                    <a:pt x="361" y="4575"/>
                  </a:cubicBezTo>
                  <a:lnTo>
                    <a:pt x="0" y="5047"/>
                  </a:lnTo>
                  <a:cubicBezTo>
                    <a:pt x="378" y="5463"/>
                    <a:pt x="944" y="5841"/>
                    <a:pt x="1849" y="5841"/>
                  </a:cubicBezTo>
                  <a:cubicBezTo>
                    <a:pt x="2882" y="5841"/>
                    <a:pt x="3709" y="5236"/>
                    <a:pt x="3709" y="4236"/>
                  </a:cubicBezTo>
                  <a:cubicBezTo>
                    <a:pt x="3709" y="3459"/>
                    <a:pt x="3165" y="2965"/>
                    <a:pt x="2488" y="2804"/>
                  </a:cubicBezTo>
                  <a:lnTo>
                    <a:pt x="2488" y="2765"/>
                  </a:lnTo>
                  <a:cubicBezTo>
                    <a:pt x="3098" y="2538"/>
                    <a:pt x="3509" y="2110"/>
                    <a:pt x="3509" y="1427"/>
                  </a:cubicBezTo>
                  <a:cubicBezTo>
                    <a:pt x="3509" y="522"/>
                    <a:pt x="2804" y="1"/>
                    <a:pt x="18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72"/>
            <p:cNvSpPr/>
            <p:nvPr/>
          </p:nvSpPr>
          <p:spPr>
            <a:xfrm>
              <a:off x="2044255" y="1994706"/>
              <a:ext cx="120920" cy="195703"/>
            </a:xfrm>
            <a:custGeom>
              <a:avLst/>
              <a:gdLst/>
              <a:ahLst/>
              <a:cxnLst/>
              <a:rect l="l" t="t" r="r" b="b"/>
              <a:pathLst>
                <a:path w="3609" h="5841" extrusionOk="0">
                  <a:moveTo>
                    <a:pt x="1805" y="583"/>
                  </a:moveTo>
                  <a:cubicBezTo>
                    <a:pt x="2460" y="583"/>
                    <a:pt x="2904" y="1250"/>
                    <a:pt x="2904" y="2898"/>
                  </a:cubicBezTo>
                  <a:cubicBezTo>
                    <a:pt x="2904" y="4547"/>
                    <a:pt x="2460" y="5258"/>
                    <a:pt x="1805" y="5258"/>
                  </a:cubicBezTo>
                  <a:cubicBezTo>
                    <a:pt x="1150" y="5258"/>
                    <a:pt x="706" y="4553"/>
                    <a:pt x="706" y="2898"/>
                  </a:cubicBezTo>
                  <a:cubicBezTo>
                    <a:pt x="706" y="1250"/>
                    <a:pt x="1150" y="583"/>
                    <a:pt x="1805" y="583"/>
                  </a:cubicBezTo>
                  <a:close/>
                  <a:moveTo>
                    <a:pt x="1805" y="1"/>
                  </a:moveTo>
                  <a:cubicBezTo>
                    <a:pt x="683" y="1"/>
                    <a:pt x="1" y="1011"/>
                    <a:pt x="1" y="2898"/>
                  </a:cubicBezTo>
                  <a:cubicBezTo>
                    <a:pt x="1" y="4786"/>
                    <a:pt x="683" y="5841"/>
                    <a:pt x="1805" y="5841"/>
                  </a:cubicBezTo>
                  <a:cubicBezTo>
                    <a:pt x="2926" y="5841"/>
                    <a:pt x="3609" y="4786"/>
                    <a:pt x="3609" y="2898"/>
                  </a:cubicBezTo>
                  <a:cubicBezTo>
                    <a:pt x="3609" y="1016"/>
                    <a:pt x="2926" y="1"/>
                    <a:pt x="18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72"/>
            <p:cNvSpPr/>
            <p:nvPr/>
          </p:nvSpPr>
          <p:spPr>
            <a:xfrm>
              <a:off x="1286876" y="3292419"/>
              <a:ext cx="211517" cy="211517"/>
            </a:xfrm>
            <a:custGeom>
              <a:avLst/>
              <a:gdLst/>
              <a:ahLst/>
              <a:cxnLst/>
              <a:rect l="l" t="t" r="r" b="b"/>
              <a:pathLst>
                <a:path w="6313" h="6313" extrusionOk="0">
                  <a:moveTo>
                    <a:pt x="972" y="1"/>
                  </a:moveTo>
                  <a:cubicBezTo>
                    <a:pt x="433" y="1"/>
                    <a:pt x="0" y="428"/>
                    <a:pt x="0" y="967"/>
                  </a:cubicBezTo>
                  <a:lnTo>
                    <a:pt x="0" y="5341"/>
                  </a:lnTo>
                  <a:cubicBezTo>
                    <a:pt x="0" y="5880"/>
                    <a:pt x="433" y="6313"/>
                    <a:pt x="972" y="6313"/>
                  </a:cubicBezTo>
                  <a:lnTo>
                    <a:pt x="5341" y="6313"/>
                  </a:lnTo>
                  <a:cubicBezTo>
                    <a:pt x="5879" y="6313"/>
                    <a:pt x="6312" y="5880"/>
                    <a:pt x="6312" y="5341"/>
                  </a:cubicBezTo>
                  <a:lnTo>
                    <a:pt x="6312" y="967"/>
                  </a:lnTo>
                  <a:cubicBezTo>
                    <a:pt x="6312" y="428"/>
                    <a:pt x="5879" y="1"/>
                    <a:pt x="5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72"/>
            <p:cNvSpPr/>
            <p:nvPr/>
          </p:nvSpPr>
          <p:spPr>
            <a:xfrm>
              <a:off x="1550426" y="3292419"/>
              <a:ext cx="211517" cy="211517"/>
            </a:xfrm>
            <a:custGeom>
              <a:avLst/>
              <a:gdLst/>
              <a:ahLst/>
              <a:cxnLst/>
              <a:rect l="l" t="t" r="r" b="b"/>
              <a:pathLst>
                <a:path w="6313" h="6313" extrusionOk="0">
                  <a:moveTo>
                    <a:pt x="966" y="1"/>
                  </a:moveTo>
                  <a:cubicBezTo>
                    <a:pt x="434" y="1"/>
                    <a:pt x="1" y="428"/>
                    <a:pt x="1" y="967"/>
                  </a:cubicBezTo>
                  <a:lnTo>
                    <a:pt x="1" y="5341"/>
                  </a:lnTo>
                  <a:cubicBezTo>
                    <a:pt x="1" y="5880"/>
                    <a:pt x="434" y="6313"/>
                    <a:pt x="966" y="6313"/>
                  </a:cubicBezTo>
                  <a:lnTo>
                    <a:pt x="5341" y="6313"/>
                  </a:lnTo>
                  <a:cubicBezTo>
                    <a:pt x="5879" y="6313"/>
                    <a:pt x="6312" y="5880"/>
                    <a:pt x="6312" y="5341"/>
                  </a:cubicBezTo>
                  <a:lnTo>
                    <a:pt x="6312" y="967"/>
                  </a:lnTo>
                  <a:cubicBezTo>
                    <a:pt x="6312" y="428"/>
                    <a:pt x="5879" y="1"/>
                    <a:pt x="53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72"/>
            <p:cNvSpPr/>
            <p:nvPr/>
          </p:nvSpPr>
          <p:spPr>
            <a:xfrm>
              <a:off x="1813808" y="3292419"/>
              <a:ext cx="211517" cy="211517"/>
            </a:xfrm>
            <a:custGeom>
              <a:avLst/>
              <a:gdLst/>
              <a:ahLst/>
              <a:cxnLst/>
              <a:rect l="l" t="t" r="r" b="b"/>
              <a:pathLst>
                <a:path w="6313" h="6313" extrusionOk="0">
                  <a:moveTo>
                    <a:pt x="972" y="1"/>
                  </a:moveTo>
                  <a:cubicBezTo>
                    <a:pt x="433" y="1"/>
                    <a:pt x="0" y="428"/>
                    <a:pt x="0" y="967"/>
                  </a:cubicBezTo>
                  <a:lnTo>
                    <a:pt x="0" y="5341"/>
                  </a:lnTo>
                  <a:cubicBezTo>
                    <a:pt x="0" y="5880"/>
                    <a:pt x="433" y="6313"/>
                    <a:pt x="972" y="6313"/>
                  </a:cubicBezTo>
                  <a:lnTo>
                    <a:pt x="5346" y="6313"/>
                  </a:lnTo>
                  <a:cubicBezTo>
                    <a:pt x="5879" y="6313"/>
                    <a:pt x="6312" y="5880"/>
                    <a:pt x="6312" y="5341"/>
                  </a:cubicBezTo>
                  <a:lnTo>
                    <a:pt x="6312" y="967"/>
                  </a:lnTo>
                  <a:cubicBezTo>
                    <a:pt x="6312" y="428"/>
                    <a:pt x="5879" y="1"/>
                    <a:pt x="53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72"/>
            <p:cNvSpPr/>
            <p:nvPr/>
          </p:nvSpPr>
          <p:spPr>
            <a:xfrm>
              <a:off x="2088716" y="3292419"/>
              <a:ext cx="211517" cy="211517"/>
            </a:xfrm>
            <a:custGeom>
              <a:avLst/>
              <a:gdLst/>
              <a:ahLst/>
              <a:cxnLst/>
              <a:rect l="l" t="t" r="r" b="b"/>
              <a:pathLst>
                <a:path w="6313" h="6313" extrusionOk="0">
                  <a:moveTo>
                    <a:pt x="972" y="1"/>
                  </a:moveTo>
                  <a:cubicBezTo>
                    <a:pt x="433" y="1"/>
                    <a:pt x="0" y="428"/>
                    <a:pt x="0" y="967"/>
                  </a:cubicBezTo>
                  <a:lnTo>
                    <a:pt x="0" y="5341"/>
                  </a:lnTo>
                  <a:cubicBezTo>
                    <a:pt x="0" y="5880"/>
                    <a:pt x="433" y="6313"/>
                    <a:pt x="972" y="6313"/>
                  </a:cubicBezTo>
                  <a:lnTo>
                    <a:pt x="5346" y="6313"/>
                  </a:lnTo>
                  <a:cubicBezTo>
                    <a:pt x="5879" y="6313"/>
                    <a:pt x="6312" y="5880"/>
                    <a:pt x="6312" y="5341"/>
                  </a:cubicBezTo>
                  <a:lnTo>
                    <a:pt x="6312" y="967"/>
                  </a:lnTo>
                  <a:cubicBezTo>
                    <a:pt x="6312" y="428"/>
                    <a:pt x="5879" y="1"/>
                    <a:pt x="53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72"/>
            <p:cNvSpPr/>
            <p:nvPr/>
          </p:nvSpPr>
          <p:spPr>
            <a:xfrm>
              <a:off x="1657374" y="3673169"/>
              <a:ext cx="272329" cy="182502"/>
            </a:xfrm>
            <a:custGeom>
              <a:avLst/>
              <a:gdLst/>
              <a:ahLst/>
              <a:cxnLst/>
              <a:rect l="l" t="t" r="r" b="b"/>
              <a:pathLst>
                <a:path w="8128" h="5447" extrusionOk="0">
                  <a:moveTo>
                    <a:pt x="1322" y="1"/>
                  </a:moveTo>
                  <a:cubicBezTo>
                    <a:pt x="589" y="1"/>
                    <a:pt x="1" y="589"/>
                    <a:pt x="1" y="1322"/>
                  </a:cubicBezTo>
                  <a:lnTo>
                    <a:pt x="1" y="4125"/>
                  </a:lnTo>
                  <a:cubicBezTo>
                    <a:pt x="1" y="4858"/>
                    <a:pt x="589" y="5447"/>
                    <a:pt x="1322" y="5447"/>
                  </a:cubicBezTo>
                  <a:lnTo>
                    <a:pt x="6807" y="5447"/>
                  </a:lnTo>
                  <a:cubicBezTo>
                    <a:pt x="7539" y="5447"/>
                    <a:pt x="8128" y="4858"/>
                    <a:pt x="8128" y="4125"/>
                  </a:cubicBezTo>
                  <a:lnTo>
                    <a:pt x="8128" y="1322"/>
                  </a:lnTo>
                  <a:cubicBezTo>
                    <a:pt x="8128" y="589"/>
                    <a:pt x="7539" y="1"/>
                    <a:pt x="6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72"/>
            <p:cNvSpPr/>
            <p:nvPr/>
          </p:nvSpPr>
          <p:spPr>
            <a:xfrm>
              <a:off x="1361090" y="3719674"/>
              <a:ext cx="120920" cy="62889"/>
            </a:xfrm>
            <a:custGeom>
              <a:avLst/>
              <a:gdLst/>
              <a:ahLst/>
              <a:cxnLst/>
              <a:rect l="l" t="t" r="r" b="b"/>
              <a:pathLst>
                <a:path w="3609" h="1877" extrusionOk="0">
                  <a:moveTo>
                    <a:pt x="0" y="1"/>
                  </a:moveTo>
                  <a:lnTo>
                    <a:pt x="0" y="1877"/>
                  </a:lnTo>
                  <a:lnTo>
                    <a:pt x="261" y="1877"/>
                  </a:lnTo>
                  <a:lnTo>
                    <a:pt x="261" y="261"/>
                  </a:lnTo>
                  <a:lnTo>
                    <a:pt x="3353" y="261"/>
                  </a:lnTo>
                  <a:lnTo>
                    <a:pt x="3353" y="1877"/>
                  </a:lnTo>
                  <a:lnTo>
                    <a:pt x="3609" y="1877"/>
                  </a:lnTo>
                  <a:lnTo>
                    <a:pt x="36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72"/>
            <p:cNvSpPr/>
            <p:nvPr/>
          </p:nvSpPr>
          <p:spPr>
            <a:xfrm>
              <a:off x="1393623" y="3746846"/>
              <a:ext cx="56020" cy="8577"/>
            </a:xfrm>
            <a:custGeom>
              <a:avLst/>
              <a:gdLst/>
              <a:ahLst/>
              <a:cxnLst/>
              <a:rect l="l" t="t" r="r" b="b"/>
              <a:pathLst>
                <a:path w="1672" h="256" extrusionOk="0">
                  <a:moveTo>
                    <a:pt x="1" y="0"/>
                  </a:moveTo>
                  <a:lnTo>
                    <a:pt x="1" y="255"/>
                  </a:lnTo>
                  <a:lnTo>
                    <a:pt x="1672" y="255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72"/>
            <p:cNvSpPr/>
            <p:nvPr/>
          </p:nvSpPr>
          <p:spPr>
            <a:xfrm>
              <a:off x="1393623" y="3764671"/>
              <a:ext cx="56020" cy="8778"/>
            </a:xfrm>
            <a:custGeom>
              <a:avLst/>
              <a:gdLst/>
              <a:ahLst/>
              <a:cxnLst/>
              <a:rect l="l" t="t" r="r" b="b"/>
              <a:pathLst>
                <a:path w="1672" h="262" extrusionOk="0">
                  <a:moveTo>
                    <a:pt x="1" y="1"/>
                  </a:moveTo>
                  <a:lnTo>
                    <a:pt x="1" y="262"/>
                  </a:lnTo>
                  <a:lnTo>
                    <a:pt x="1672" y="262"/>
                  </a:lnTo>
                  <a:lnTo>
                    <a:pt x="16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72"/>
            <p:cNvSpPr/>
            <p:nvPr/>
          </p:nvSpPr>
          <p:spPr>
            <a:xfrm>
              <a:off x="2135020" y="3739375"/>
              <a:ext cx="79842" cy="51765"/>
            </a:xfrm>
            <a:custGeom>
              <a:avLst/>
              <a:gdLst/>
              <a:ahLst/>
              <a:cxnLst/>
              <a:rect l="l" t="t" r="r" b="b"/>
              <a:pathLst>
                <a:path w="2383" h="1545" extrusionOk="0">
                  <a:moveTo>
                    <a:pt x="672" y="1"/>
                  </a:moveTo>
                  <a:lnTo>
                    <a:pt x="672" y="256"/>
                  </a:lnTo>
                  <a:lnTo>
                    <a:pt x="1611" y="256"/>
                  </a:lnTo>
                  <a:cubicBezTo>
                    <a:pt x="1894" y="256"/>
                    <a:pt x="2121" y="490"/>
                    <a:pt x="2121" y="773"/>
                  </a:cubicBezTo>
                  <a:cubicBezTo>
                    <a:pt x="2121" y="1056"/>
                    <a:pt x="1894" y="1283"/>
                    <a:pt x="1611" y="1283"/>
                  </a:cubicBezTo>
                  <a:lnTo>
                    <a:pt x="1" y="1283"/>
                  </a:lnTo>
                  <a:lnTo>
                    <a:pt x="1" y="1544"/>
                  </a:lnTo>
                  <a:lnTo>
                    <a:pt x="1611" y="1544"/>
                  </a:lnTo>
                  <a:cubicBezTo>
                    <a:pt x="2038" y="1544"/>
                    <a:pt x="2382" y="1200"/>
                    <a:pt x="2382" y="773"/>
                  </a:cubicBezTo>
                  <a:cubicBezTo>
                    <a:pt x="2382" y="345"/>
                    <a:pt x="2038" y="1"/>
                    <a:pt x="16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72"/>
            <p:cNvSpPr/>
            <p:nvPr/>
          </p:nvSpPr>
          <p:spPr>
            <a:xfrm>
              <a:off x="2130932" y="3730664"/>
              <a:ext cx="26268" cy="26067"/>
            </a:xfrm>
            <a:custGeom>
              <a:avLst/>
              <a:gdLst/>
              <a:ahLst/>
              <a:cxnLst/>
              <a:rect l="l" t="t" r="r" b="b"/>
              <a:pathLst>
                <a:path w="784" h="778" extrusionOk="0">
                  <a:moveTo>
                    <a:pt x="783" y="0"/>
                  </a:moveTo>
                  <a:lnTo>
                    <a:pt x="0" y="389"/>
                  </a:lnTo>
                  <a:lnTo>
                    <a:pt x="783" y="77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72"/>
            <p:cNvSpPr/>
            <p:nvPr/>
          </p:nvSpPr>
          <p:spPr>
            <a:xfrm>
              <a:off x="1632814" y="1403779"/>
              <a:ext cx="321648" cy="51196"/>
            </a:xfrm>
            <a:custGeom>
              <a:avLst/>
              <a:gdLst/>
              <a:ahLst/>
              <a:cxnLst/>
              <a:rect l="l" t="t" r="r" b="b"/>
              <a:pathLst>
                <a:path w="9600" h="1528" extrusionOk="0">
                  <a:moveTo>
                    <a:pt x="761" y="1"/>
                  </a:moveTo>
                  <a:cubicBezTo>
                    <a:pt x="339" y="1"/>
                    <a:pt x="1" y="339"/>
                    <a:pt x="1" y="761"/>
                  </a:cubicBezTo>
                  <a:cubicBezTo>
                    <a:pt x="1" y="1183"/>
                    <a:pt x="339" y="1527"/>
                    <a:pt x="761" y="1527"/>
                  </a:cubicBezTo>
                  <a:lnTo>
                    <a:pt x="8833" y="1527"/>
                  </a:lnTo>
                  <a:cubicBezTo>
                    <a:pt x="9255" y="1527"/>
                    <a:pt x="9599" y="1183"/>
                    <a:pt x="9599" y="761"/>
                  </a:cubicBezTo>
                  <a:cubicBezTo>
                    <a:pt x="9599" y="339"/>
                    <a:pt x="9255" y="1"/>
                    <a:pt x="8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72"/>
            <p:cNvSpPr/>
            <p:nvPr/>
          </p:nvSpPr>
          <p:spPr>
            <a:xfrm>
              <a:off x="2087208" y="1382403"/>
              <a:ext cx="109796" cy="94015"/>
            </a:xfrm>
            <a:custGeom>
              <a:avLst/>
              <a:gdLst/>
              <a:ahLst/>
              <a:cxnLst/>
              <a:rect l="l" t="t" r="r" b="b"/>
              <a:pathLst>
                <a:path w="3277" h="2806" extrusionOk="0">
                  <a:moveTo>
                    <a:pt x="1877" y="0"/>
                  </a:moveTo>
                  <a:cubicBezTo>
                    <a:pt x="628" y="0"/>
                    <a:pt x="1" y="1510"/>
                    <a:pt x="884" y="2393"/>
                  </a:cubicBezTo>
                  <a:cubicBezTo>
                    <a:pt x="1169" y="2678"/>
                    <a:pt x="1519" y="2806"/>
                    <a:pt x="1863" y="2806"/>
                  </a:cubicBezTo>
                  <a:cubicBezTo>
                    <a:pt x="2584" y="2806"/>
                    <a:pt x="3276" y="2245"/>
                    <a:pt x="3276" y="1399"/>
                  </a:cubicBezTo>
                  <a:cubicBezTo>
                    <a:pt x="3276" y="628"/>
                    <a:pt x="2649" y="0"/>
                    <a:pt x="1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8" name="Google Shape;1828;p72"/>
          <p:cNvSpPr txBox="1"/>
          <p:nvPr/>
        </p:nvSpPr>
        <p:spPr>
          <a:xfrm>
            <a:off x="713225" y="3760050"/>
            <a:ext cx="2607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5" name="Google Shape;495;p42">
            <a:extLst>
              <a:ext uri="{FF2B5EF4-FFF2-40B4-BE49-F238E27FC236}">
                <a16:creationId xmlns:a16="http://schemas.microsoft.com/office/drawing/2014/main" id="{B5FF7BD9-5A23-0756-D5EE-709FB9832B7E}"/>
              </a:ext>
            </a:extLst>
          </p:cNvPr>
          <p:cNvGrpSpPr/>
          <p:nvPr/>
        </p:nvGrpSpPr>
        <p:grpSpPr>
          <a:xfrm>
            <a:off x="6476755" y="362607"/>
            <a:ext cx="608268" cy="1804043"/>
            <a:chOff x="238125" y="1215275"/>
            <a:chExt cx="760125" cy="3269950"/>
          </a:xfrm>
        </p:grpSpPr>
        <p:sp>
          <p:nvSpPr>
            <p:cNvPr id="6" name="Google Shape;496;p42">
              <a:extLst>
                <a:ext uri="{FF2B5EF4-FFF2-40B4-BE49-F238E27FC236}">
                  <a16:creationId xmlns:a16="http://schemas.microsoft.com/office/drawing/2014/main" id="{7AF9E61B-0EF4-491D-97F8-20CE402679D3}"/>
                </a:ext>
              </a:extLst>
            </p:cNvPr>
            <p:cNvSpPr/>
            <p:nvPr/>
          </p:nvSpPr>
          <p:spPr>
            <a:xfrm>
              <a:off x="238125" y="1863300"/>
              <a:ext cx="760125" cy="959950"/>
            </a:xfrm>
            <a:custGeom>
              <a:avLst/>
              <a:gdLst/>
              <a:ahLst/>
              <a:cxnLst/>
              <a:rect l="l" t="t" r="r" b="b"/>
              <a:pathLst>
                <a:path w="30405" h="38398" extrusionOk="0">
                  <a:moveTo>
                    <a:pt x="3605" y="1"/>
                  </a:moveTo>
                  <a:cubicBezTo>
                    <a:pt x="1620" y="1"/>
                    <a:pt x="0" y="1621"/>
                    <a:pt x="0" y="3619"/>
                  </a:cubicBezTo>
                  <a:lnTo>
                    <a:pt x="0" y="38398"/>
                  </a:lnTo>
                  <a:lnTo>
                    <a:pt x="30404" y="38398"/>
                  </a:lnTo>
                  <a:lnTo>
                    <a:pt x="30404" y="3619"/>
                  </a:lnTo>
                  <a:cubicBezTo>
                    <a:pt x="30404" y="1621"/>
                    <a:pt x="28784" y="1"/>
                    <a:pt x="26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97;p42">
              <a:extLst>
                <a:ext uri="{FF2B5EF4-FFF2-40B4-BE49-F238E27FC236}">
                  <a16:creationId xmlns:a16="http://schemas.microsoft.com/office/drawing/2014/main" id="{3A368BA0-8BBA-8409-9525-44B033478C6E}"/>
                </a:ext>
              </a:extLst>
            </p:cNvPr>
            <p:cNvSpPr/>
            <p:nvPr/>
          </p:nvSpPr>
          <p:spPr>
            <a:xfrm>
              <a:off x="283675" y="1921025"/>
              <a:ext cx="669000" cy="902225"/>
            </a:xfrm>
            <a:custGeom>
              <a:avLst/>
              <a:gdLst/>
              <a:ahLst/>
              <a:cxnLst/>
              <a:rect l="l" t="t" r="r" b="b"/>
              <a:pathLst>
                <a:path w="26760" h="36089" extrusionOk="0">
                  <a:moveTo>
                    <a:pt x="3173" y="1"/>
                  </a:moveTo>
                  <a:cubicBezTo>
                    <a:pt x="1418" y="1"/>
                    <a:pt x="1" y="1418"/>
                    <a:pt x="1" y="3173"/>
                  </a:cubicBezTo>
                  <a:lnTo>
                    <a:pt x="1" y="36089"/>
                  </a:lnTo>
                  <a:lnTo>
                    <a:pt x="26760" y="36089"/>
                  </a:lnTo>
                  <a:lnTo>
                    <a:pt x="26760" y="3173"/>
                  </a:lnTo>
                  <a:cubicBezTo>
                    <a:pt x="26760" y="1418"/>
                    <a:pt x="25329" y="1"/>
                    <a:pt x="23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98;p42">
              <a:extLst>
                <a:ext uri="{FF2B5EF4-FFF2-40B4-BE49-F238E27FC236}">
                  <a16:creationId xmlns:a16="http://schemas.microsoft.com/office/drawing/2014/main" id="{226DED7D-551E-87F0-1F73-DA0451CBCFF3}"/>
                </a:ext>
              </a:extLst>
            </p:cNvPr>
            <p:cNvSpPr/>
            <p:nvPr/>
          </p:nvSpPr>
          <p:spPr>
            <a:xfrm>
              <a:off x="238125" y="2823225"/>
              <a:ext cx="760125" cy="244050"/>
            </a:xfrm>
            <a:custGeom>
              <a:avLst/>
              <a:gdLst/>
              <a:ahLst/>
              <a:cxnLst/>
              <a:rect l="l" t="t" r="r" b="b"/>
              <a:pathLst>
                <a:path w="30405" h="9762" extrusionOk="0">
                  <a:moveTo>
                    <a:pt x="0" y="1"/>
                  </a:moveTo>
                  <a:lnTo>
                    <a:pt x="1472" y="9762"/>
                  </a:lnTo>
                  <a:lnTo>
                    <a:pt x="28933" y="9762"/>
                  </a:lnTo>
                  <a:lnTo>
                    <a:pt x="30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99;p42">
              <a:extLst>
                <a:ext uri="{FF2B5EF4-FFF2-40B4-BE49-F238E27FC236}">
                  <a16:creationId xmlns:a16="http://schemas.microsoft.com/office/drawing/2014/main" id="{20514AD2-3B1C-A1F6-EA1D-93BCDE097465}"/>
                </a:ext>
              </a:extLst>
            </p:cNvPr>
            <p:cNvSpPr/>
            <p:nvPr/>
          </p:nvSpPr>
          <p:spPr>
            <a:xfrm>
              <a:off x="283675" y="2823225"/>
              <a:ext cx="669000" cy="244050"/>
            </a:xfrm>
            <a:custGeom>
              <a:avLst/>
              <a:gdLst/>
              <a:ahLst/>
              <a:cxnLst/>
              <a:rect l="l" t="t" r="r" b="b"/>
              <a:pathLst>
                <a:path w="26760" h="9762" extrusionOk="0">
                  <a:moveTo>
                    <a:pt x="1" y="1"/>
                  </a:moveTo>
                  <a:lnTo>
                    <a:pt x="1189" y="9762"/>
                  </a:lnTo>
                  <a:lnTo>
                    <a:pt x="25572" y="9762"/>
                  </a:lnTo>
                  <a:lnTo>
                    <a:pt x="267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00;p42">
              <a:extLst>
                <a:ext uri="{FF2B5EF4-FFF2-40B4-BE49-F238E27FC236}">
                  <a16:creationId xmlns:a16="http://schemas.microsoft.com/office/drawing/2014/main" id="{71B1E130-972D-E3A9-31EE-FAF016363CBB}"/>
                </a:ext>
              </a:extLst>
            </p:cNvPr>
            <p:cNvSpPr/>
            <p:nvPr/>
          </p:nvSpPr>
          <p:spPr>
            <a:xfrm>
              <a:off x="274900" y="3067250"/>
              <a:ext cx="686550" cy="999100"/>
            </a:xfrm>
            <a:custGeom>
              <a:avLst/>
              <a:gdLst/>
              <a:ahLst/>
              <a:cxnLst/>
              <a:rect l="l" t="t" r="r" b="b"/>
              <a:pathLst>
                <a:path w="27462" h="39964" extrusionOk="0">
                  <a:moveTo>
                    <a:pt x="1" y="1"/>
                  </a:moveTo>
                  <a:lnTo>
                    <a:pt x="1" y="39964"/>
                  </a:lnTo>
                  <a:lnTo>
                    <a:pt x="27462" y="39964"/>
                  </a:lnTo>
                  <a:lnTo>
                    <a:pt x="274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01;p42">
              <a:extLst>
                <a:ext uri="{FF2B5EF4-FFF2-40B4-BE49-F238E27FC236}">
                  <a16:creationId xmlns:a16="http://schemas.microsoft.com/office/drawing/2014/main" id="{C3B97345-47C2-273E-AD84-2AFC0938CBEE}"/>
                </a:ext>
              </a:extLst>
            </p:cNvPr>
            <p:cNvSpPr/>
            <p:nvPr/>
          </p:nvSpPr>
          <p:spPr>
            <a:xfrm>
              <a:off x="274900" y="4066325"/>
              <a:ext cx="686550" cy="418900"/>
            </a:xfrm>
            <a:custGeom>
              <a:avLst/>
              <a:gdLst/>
              <a:ahLst/>
              <a:cxnLst/>
              <a:rect l="l" t="t" r="r" b="b"/>
              <a:pathLst>
                <a:path w="27462" h="16756" extrusionOk="0">
                  <a:moveTo>
                    <a:pt x="1" y="1"/>
                  </a:moveTo>
                  <a:lnTo>
                    <a:pt x="1958" y="10815"/>
                  </a:lnTo>
                  <a:lnTo>
                    <a:pt x="1958" y="14460"/>
                  </a:lnTo>
                  <a:cubicBezTo>
                    <a:pt x="1958" y="15729"/>
                    <a:pt x="2984" y="16755"/>
                    <a:pt x="4253" y="16755"/>
                  </a:cubicBezTo>
                  <a:lnTo>
                    <a:pt x="23209" y="16755"/>
                  </a:lnTo>
                  <a:cubicBezTo>
                    <a:pt x="24465" y="16755"/>
                    <a:pt x="25491" y="15729"/>
                    <a:pt x="25491" y="14460"/>
                  </a:cubicBezTo>
                  <a:lnTo>
                    <a:pt x="25491" y="10815"/>
                  </a:lnTo>
                  <a:lnTo>
                    <a:pt x="274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02;p42">
              <a:extLst>
                <a:ext uri="{FF2B5EF4-FFF2-40B4-BE49-F238E27FC236}">
                  <a16:creationId xmlns:a16="http://schemas.microsoft.com/office/drawing/2014/main" id="{AD17FB25-4BB6-2C10-0A6B-1D8DEF51E62C}"/>
                </a:ext>
              </a:extLst>
            </p:cNvPr>
            <p:cNvSpPr/>
            <p:nvPr/>
          </p:nvSpPr>
          <p:spPr>
            <a:xfrm>
              <a:off x="699175" y="1737075"/>
              <a:ext cx="147175" cy="126250"/>
            </a:xfrm>
            <a:custGeom>
              <a:avLst/>
              <a:gdLst/>
              <a:ahLst/>
              <a:cxnLst/>
              <a:rect l="l" t="t" r="r" b="b"/>
              <a:pathLst>
                <a:path w="5887" h="5050" extrusionOk="0">
                  <a:moveTo>
                    <a:pt x="0" y="1"/>
                  </a:moveTo>
                  <a:lnTo>
                    <a:pt x="0" y="5050"/>
                  </a:lnTo>
                  <a:lnTo>
                    <a:pt x="5887" y="5050"/>
                  </a:lnTo>
                  <a:lnTo>
                    <a:pt x="5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03;p42">
              <a:extLst>
                <a:ext uri="{FF2B5EF4-FFF2-40B4-BE49-F238E27FC236}">
                  <a16:creationId xmlns:a16="http://schemas.microsoft.com/office/drawing/2014/main" id="{FFF2F1AD-EA4F-1B73-D362-0AF2326BB72B}"/>
                </a:ext>
              </a:extLst>
            </p:cNvPr>
            <p:cNvSpPr/>
            <p:nvPr/>
          </p:nvSpPr>
          <p:spPr>
            <a:xfrm>
              <a:off x="729550" y="1215275"/>
              <a:ext cx="86425" cy="521825"/>
            </a:xfrm>
            <a:custGeom>
              <a:avLst/>
              <a:gdLst/>
              <a:ahLst/>
              <a:cxnLst/>
              <a:rect l="l" t="t" r="r" b="b"/>
              <a:pathLst>
                <a:path w="3457" h="20873" extrusionOk="0">
                  <a:moveTo>
                    <a:pt x="1729" y="0"/>
                  </a:moveTo>
                  <a:cubicBezTo>
                    <a:pt x="1081" y="0"/>
                    <a:pt x="554" y="513"/>
                    <a:pt x="541" y="1148"/>
                  </a:cubicBezTo>
                  <a:lnTo>
                    <a:pt x="1" y="20873"/>
                  </a:lnTo>
                  <a:lnTo>
                    <a:pt x="3457" y="20873"/>
                  </a:lnTo>
                  <a:lnTo>
                    <a:pt x="2903" y="1148"/>
                  </a:lnTo>
                  <a:cubicBezTo>
                    <a:pt x="2890" y="513"/>
                    <a:pt x="2363" y="0"/>
                    <a:pt x="172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04;p42">
              <a:extLst>
                <a:ext uri="{FF2B5EF4-FFF2-40B4-BE49-F238E27FC236}">
                  <a16:creationId xmlns:a16="http://schemas.microsoft.com/office/drawing/2014/main" id="{677666A1-353F-834E-FBF6-86E9F618FB62}"/>
                </a:ext>
              </a:extLst>
            </p:cNvPr>
            <p:cNvSpPr/>
            <p:nvPr/>
          </p:nvSpPr>
          <p:spPr>
            <a:xfrm>
              <a:off x="313375" y="3067250"/>
              <a:ext cx="609600" cy="999100"/>
            </a:xfrm>
            <a:custGeom>
              <a:avLst/>
              <a:gdLst/>
              <a:ahLst/>
              <a:cxnLst/>
              <a:rect l="l" t="t" r="r" b="b"/>
              <a:pathLst>
                <a:path w="24384" h="39964" extrusionOk="0">
                  <a:moveTo>
                    <a:pt x="1" y="1"/>
                  </a:moveTo>
                  <a:lnTo>
                    <a:pt x="1" y="39964"/>
                  </a:lnTo>
                  <a:lnTo>
                    <a:pt x="24384" y="39964"/>
                  </a:lnTo>
                  <a:lnTo>
                    <a:pt x="24384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05;p42">
              <a:extLst>
                <a:ext uri="{FF2B5EF4-FFF2-40B4-BE49-F238E27FC236}">
                  <a16:creationId xmlns:a16="http://schemas.microsoft.com/office/drawing/2014/main" id="{06E2AD71-72C7-9774-62B7-89445543BA02}"/>
                </a:ext>
              </a:extLst>
            </p:cNvPr>
            <p:cNvSpPr/>
            <p:nvPr/>
          </p:nvSpPr>
          <p:spPr>
            <a:xfrm>
              <a:off x="313375" y="4066325"/>
              <a:ext cx="609600" cy="351400"/>
            </a:xfrm>
            <a:custGeom>
              <a:avLst/>
              <a:gdLst/>
              <a:ahLst/>
              <a:cxnLst/>
              <a:rect l="l" t="t" r="r" b="b"/>
              <a:pathLst>
                <a:path w="24384" h="14056" extrusionOk="0">
                  <a:moveTo>
                    <a:pt x="1" y="1"/>
                  </a:moveTo>
                  <a:lnTo>
                    <a:pt x="2282" y="14055"/>
                  </a:lnTo>
                  <a:lnTo>
                    <a:pt x="22413" y="14055"/>
                  </a:lnTo>
                  <a:lnTo>
                    <a:pt x="24384" y="1"/>
                  </a:lnTo>
                  <a:close/>
                </a:path>
              </a:pathLst>
            </a:custGeom>
            <a:solidFill>
              <a:srgbClr val="444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06;p42">
              <a:extLst>
                <a:ext uri="{FF2B5EF4-FFF2-40B4-BE49-F238E27FC236}">
                  <a16:creationId xmlns:a16="http://schemas.microsoft.com/office/drawing/2014/main" id="{9F62686B-4E9B-253A-8544-89AC1C3EF030}"/>
                </a:ext>
              </a:extLst>
            </p:cNvPr>
            <p:cNvSpPr/>
            <p:nvPr/>
          </p:nvSpPr>
          <p:spPr>
            <a:xfrm>
              <a:off x="386275" y="2059400"/>
              <a:ext cx="463800" cy="611300"/>
            </a:xfrm>
            <a:custGeom>
              <a:avLst/>
              <a:gdLst/>
              <a:ahLst/>
              <a:cxnLst/>
              <a:rect l="l" t="t" r="r" b="b"/>
              <a:pathLst>
                <a:path w="18552" h="24452" extrusionOk="0">
                  <a:moveTo>
                    <a:pt x="2269" y="1"/>
                  </a:moveTo>
                  <a:cubicBezTo>
                    <a:pt x="1014" y="1"/>
                    <a:pt x="1" y="1000"/>
                    <a:pt x="1" y="2256"/>
                  </a:cubicBezTo>
                  <a:lnTo>
                    <a:pt x="1" y="22183"/>
                  </a:lnTo>
                  <a:cubicBezTo>
                    <a:pt x="1" y="23439"/>
                    <a:pt x="1014" y="24451"/>
                    <a:pt x="2269" y="24451"/>
                  </a:cubicBezTo>
                  <a:lnTo>
                    <a:pt x="16283" y="24451"/>
                  </a:lnTo>
                  <a:cubicBezTo>
                    <a:pt x="17539" y="24451"/>
                    <a:pt x="18551" y="23439"/>
                    <a:pt x="18551" y="22183"/>
                  </a:cubicBezTo>
                  <a:lnTo>
                    <a:pt x="18551" y="2256"/>
                  </a:lnTo>
                  <a:cubicBezTo>
                    <a:pt x="18551" y="1000"/>
                    <a:pt x="17539" y="1"/>
                    <a:pt x="16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07;p42">
              <a:extLst>
                <a:ext uri="{FF2B5EF4-FFF2-40B4-BE49-F238E27FC236}">
                  <a16:creationId xmlns:a16="http://schemas.microsoft.com/office/drawing/2014/main" id="{0A64291E-0D88-F7C2-D9DD-D9E05BA79A7D}"/>
                </a:ext>
              </a:extLst>
            </p:cNvPr>
            <p:cNvSpPr/>
            <p:nvPr/>
          </p:nvSpPr>
          <p:spPr>
            <a:xfrm>
              <a:off x="5729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rgbClr val="3329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08;p42">
              <a:extLst>
                <a:ext uri="{FF2B5EF4-FFF2-40B4-BE49-F238E27FC236}">
                  <a16:creationId xmlns:a16="http://schemas.microsoft.com/office/drawing/2014/main" id="{C68A3877-DD63-EC2D-B888-7BA91E2B212A}"/>
                </a:ext>
              </a:extLst>
            </p:cNvPr>
            <p:cNvSpPr/>
            <p:nvPr/>
          </p:nvSpPr>
          <p:spPr>
            <a:xfrm>
              <a:off x="4470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594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09;p42">
              <a:extLst>
                <a:ext uri="{FF2B5EF4-FFF2-40B4-BE49-F238E27FC236}">
                  <a16:creationId xmlns:a16="http://schemas.microsoft.com/office/drawing/2014/main" id="{C75FD6A1-572A-888B-757D-9D35EE51E296}"/>
                </a:ext>
              </a:extLst>
            </p:cNvPr>
            <p:cNvSpPr/>
            <p:nvPr/>
          </p:nvSpPr>
          <p:spPr>
            <a:xfrm>
              <a:off x="572950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10;p42">
              <a:extLst>
                <a:ext uri="{FF2B5EF4-FFF2-40B4-BE49-F238E27FC236}">
                  <a16:creationId xmlns:a16="http://schemas.microsoft.com/office/drawing/2014/main" id="{E5526964-E5A2-4BFE-AAF9-A7D873146829}"/>
                </a:ext>
              </a:extLst>
            </p:cNvPr>
            <p:cNvSpPr/>
            <p:nvPr/>
          </p:nvSpPr>
          <p:spPr>
            <a:xfrm>
              <a:off x="699175" y="2170800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10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3" y="2706"/>
                    <a:pt x="1794" y="2706"/>
                  </a:cubicBezTo>
                  <a:cubicBezTo>
                    <a:pt x="2490" y="2706"/>
                    <a:pt x="3160" y="2164"/>
                    <a:pt x="3160" y="1350"/>
                  </a:cubicBezTo>
                  <a:cubicBezTo>
                    <a:pt x="3160" y="608"/>
                    <a:pt x="2552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11;p42">
              <a:extLst>
                <a:ext uri="{FF2B5EF4-FFF2-40B4-BE49-F238E27FC236}">
                  <a16:creationId xmlns:a16="http://schemas.microsoft.com/office/drawing/2014/main" id="{16124D46-D82F-44BE-1DE7-13DFC6B44881}"/>
                </a:ext>
              </a:extLst>
            </p:cNvPr>
            <p:cNvSpPr/>
            <p:nvPr/>
          </p:nvSpPr>
          <p:spPr>
            <a:xfrm>
              <a:off x="447050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594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12;p42">
              <a:extLst>
                <a:ext uri="{FF2B5EF4-FFF2-40B4-BE49-F238E27FC236}">
                  <a16:creationId xmlns:a16="http://schemas.microsoft.com/office/drawing/2014/main" id="{E323189E-4091-A464-A16B-83365BB28B3A}"/>
                </a:ext>
              </a:extLst>
            </p:cNvPr>
            <p:cNvSpPr/>
            <p:nvPr/>
          </p:nvSpPr>
          <p:spPr>
            <a:xfrm>
              <a:off x="572950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09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2" y="2706"/>
                    <a:pt x="1794" y="2706"/>
                  </a:cubicBezTo>
                  <a:cubicBezTo>
                    <a:pt x="2490" y="2706"/>
                    <a:pt x="3159" y="2164"/>
                    <a:pt x="3159" y="1350"/>
                  </a:cubicBezTo>
                  <a:cubicBezTo>
                    <a:pt x="3159" y="608"/>
                    <a:pt x="2552" y="0"/>
                    <a:pt x="1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13;p42">
              <a:extLst>
                <a:ext uri="{FF2B5EF4-FFF2-40B4-BE49-F238E27FC236}">
                  <a16:creationId xmlns:a16="http://schemas.microsoft.com/office/drawing/2014/main" id="{E253307B-6D90-F9FA-A567-60A3F31D3FD8}"/>
                </a:ext>
              </a:extLst>
            </p:cNvPr>
            <p:cNvSpPr/>
            <p:nvPr/>
          </p:nvSpPr>
          <p:spPr>
            <a:xfrm>
              <a:off x="699175" y="2297375"/>
              <a:ext cx="79000" cy="67650"/>
            </a:xfrm>
            <a:custGeom>
              <a:avLst/>
              <a:gdLst/>
              <a:ahLst/>
              <a:cxnLst/>
              <a:rect l="l" t="t" r="r" b="b"/>
              <a:pathLst>
                <a:path w="3160" h="2706" extrusionOk="0">
                  <a:moveTo>
                    <a:pt x="1810" y="0"/>
                  </a:moveTo>
                  <a:cubicBezTo>
                    <a:pt x="608" y="0"/>
                    <a:pt x="0" y="1458"/>
                    <a:pt x="851" y="2309"/>
                  </a:cubicBezTo>
                  <a:cubicBezTo>
                    <a:pt x="1125" y="2583"/>
                    <a:pt x="1463" y="2706"/>
                    <a:pt x="1794" y="2706"/>
                  </a:cubicBezTo>
                  <a:cubicBezTo>
                    <a:pt x="2490" y="2706"/>
                    <a:pt x="3160" y="2164"/>
                    <a:pt x="3160" y="1350"/>
                  </a:cubicBezTo>
                  <a:cubicBezTo>
                    <a:pt x="3160" y="608"/>
                    <a:pt x="2552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14;p42">
              <a:extLst>
                <a:ext uri="{FF2B5EF4-FFF2-40B4-BE49-F238E27FC236}">
                  <a16:creationId xmlns:a16="http://schemas.microsoft.com/office/drawing/2014/main" id="{ACBE4E5E-3413-FED5-026E-508D9CBFB2E6}"/>
                </a:ext>
              </a:extLst>
            </p:cNvPr>
            <p:cNvSpPr/>
            <p:nvPr/>
          </p:nvSpPr>
          <p:spPr>
            <a:xfrm>
              <a:off x="447050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09" y="1"/>
                  </a:moveTo>
                  <a:cubicBezTo>
                    <a:pt x="594" y="1"/>
                    <a:pt x="0" y="1459"/>
                    <a:pt x="851" y="2310"/>
                  </a:cubicBezTo>
                  <a:cubicBezTo>
                    <a:pt x="1125" y="2584"/>
                    <a:pt x="1462" y="2707"/>
                    <a:pt x="1794" y="2707"/>
                  </a:cubicBezTo>
                  <a:cubicBezTo>
                    <a:pt x="2490" y="2707"/>
                    <a:pt x="3159" y="2165"/>
                    <a:pt x="3159" y="1351"/>
                  </a:cubicBezTo>
                  <a:cubicBezTo>
                    <a:pt x="3159" y="609"/>
                    <a:pt x="2552" y="1"/>
                    <a:pt x="1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15;p42">
              <a:extLst>
                <a:ext uri="{FF2B5EF4-FFF2-40B4-BE49-F238E27FC236}">
                  <a16:creationId xmlns:a16="http://schemas.microsoft.com/office/drawing/2014/main" id="{86D77215-4F25-1AEB-70CD-8240D21EFB94}"/>
                </a:ext>
              </a:extLst>
            </p:cNvPr>
            <p:cNvSpPr/>
            <p:nvPr/>
          </p:nvSpPr>
          <p:spPr>
            <a:xfrm>
              <a:off x="572950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09" y="1"/>
                  </a:moveTo>
                  <a:cubicBezTo>
                    <a:pt x="608" y="1"/>
                    <a:pt x="0" y="1459"/>
                    <a:pt x="851" y="2310"/>
                  </a:cubicBezTo>
                  <a:cubicBezTo>
                    <a:pt x="1125" y="2584"/>
                    <a:pt x="1462" y="2707"/>
                    <a:pt x="1794" y="2707"/>
                  </a:cubicBezTo>
                  <a:cubicBezTo>
                    <a:pt x="2490" y="2707"/>
                    <a:pt x="3159" y="2165"/>
                    <a:pt x="3159" y="1351"/>
                  </a:cubicBezTo>
                  <a:cubicBezTo>
                    <a:pt x="3159" y="609"/>
                    <a:pt x="2552" y="1"/>
                    <a:pt x="1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16;p42">
              <a:extLst>
                <a:ext uri="{FF2B5EF4-FFF2-40B4-BE49-F238E27FC236}">
                  <a16:creationId xmlns:a16="http://schemas.microsoft.com/office/drawing/2014/main" id="{32779BE0-FB48-2F06-EB56-FAA8061C8F38}"/>
                </a:ext>
              </a:extLst>
            </p:cNvPr>
            <p:cNvSpPr/>
            <p:nvPr/>
          </p:nvSpPr>
          <p:spPr>
            <a:xfrm>
              <a:off x="699175" y="2423925"/>
              <a:ext cx="79000" cy="67675"/>
            </a:xfrm>
            <a:custGeom>
              <a:avLst/>
              <a:gdLst/>
              <a:ahLst/>
              <a:cxnLst/>
              <a:rect l="l" t="t" r="r" b="b"/>
              <a:pathLst>
                <a:path w="3160" h="2707" extrusionOk="0">
                  <a:moveTo>
                    <a:pt x="1810" y="1"/>
                  </a:moveTo>
                  <a:cubicBezTo>
                    <a:pt x="608" y="1"/>
                    <a:pt x="0" y="1459"/>
                    <a:pt x="851" y="2310"/>
                  </a:cubicBezTo>
                  <a:cubicBezTo>
                    <a:pt x="1125" y="2584"/>
                    <a:pt x="1463" y="2707"/>
                    <a:pt x="1794" y="2707"/>
                  </a:cubicBezTo>
                  <a:cubicBezTo>
                    <a:pt x="2490" y="2707"/>
                    <a:pt x="3160" y="2165"/>
                    <a:pt x="3160" y="1351"/>
                  </a:cubicBezTo>
                  <a:cubicBezTo>
                    <a:pt x="3160" y="609"/>
                    <a:pt x="2552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17;p42">
              <a:extLst>
                <a:ext uri="{FF2B5EF4-FFF2-40B4-BE49-F238E27FC236}">
                  <a16:creationId xmlns:a16="http://schemas.microsoft.com/office/drawing/2014/main" id="{6D73C1C7-755D-A930-A11C-273285BDD31B}"/>
                </a:ext>
              </a:extLst>
            </p:cNvPr>
            <p:cNvSpPr/>
            <p:nvPr/>
          </p:nvSpPr>
          <p:spPr>
            <a:xfrm>
              <a:off x="394725" y="2866775"/>
              <a:ext cx="443200" cy="143125"/>
            </a:xfrm>
            <a:custGeom>
              <a:avLst/>
              <a:gdLst/>
              <a:ahLst/>
              <a:cxnLst/>
              <a:rect l="l" t="t" r="r" b="b"/>
              <a:pathLst>
                <a:path w="17728" h="5725" extrusionOk="0">
                  <a:moveTo>
                    <a:pt x="1837" y="0"/>
                  </a:moveTo>
                  <a:cubicBezTo>
                    <a:pt x="824" y="0"/>
                    <a:pt x="0" y="824"/>
                    <a:pt x="0" y="1836"/>
                  </a:cubicBezTo>
                  <a:lnTo>
                    <a:pt x="0" y="3889"/>
                  </a:lnTo>
                  <a:cubicBezTo>
                    <a:pt x="0" y="4901"/>
                    <a:pt x="824" y="5725"/>
                    <a:pt x="1837" y="5725"/>
                  </a:cubicBezTo>
                  <a:lnTo>
                    <a:pt x="15891" y="5725"/>
                  </a:lnTo>
                  <a:cubicBezTo>
                    <a:pt x="16917" y="5725"/>
                    <a:pt x="17727" y="4901"/>
                    <a:pt x="17727" y="3889"/>
                  </a:cubicBezTo>
                  <a:lnTo>
                    <a:pt x="17727" y="1836"/>
                  </a:lnTo>
                  <a:cubicBezTo>
                    <a:pt x="17727" y="824"/>
                    <a:pt x="16917" y="0"/>
                    <a:pt x="15891" y="0"/>
                  </a:cubicBezTo>
                  <a:close/>
                </a:path>
              </a:pathLst>
            </a:custGeom>
            <a:solidFill>
              <a:srgbClr val="E2AA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18;p42">
              <a:extLst>
                <a:ext uri="{FF2B5EF4-FFF2-40B4-BE49-F238E27FC236}">
                  <a16:creationId xmlns:a16="http://schemas.microsoft.com/office/drawing/2014/main" id="{F3C1B70A-F8F3-BFFA-4969-3E4774C1A200}"/>
                </a:ext>
              </a:extLst>
            </p:cNvPr>
            <p:cNvSpPr/>
            <p:nvPr/>
          </p:nvSpPr>
          <p:spPr>
            <a:xfrm>
              <a:off x="488900" y="2903225"/>
              <a:ext cx="48275" cy="80350"/>
            </a:xfrm>
            <a:custGeom>
              <a:avLst/>
              <a:gdLst/>
              <a:ahLst/>
              <a:cxnLst/>
              <a:rect l="l" t="t" r="r" b="b"/>
              <a:pathLst>
                <a:path w="1931" h="3214" extrusionOk="0">
                  <a:moveTo>
                    <a:pt x="864" y="0"/>
                  </a:moveTo>
                  <a:cubicBezTo>
                    <a:pt x="635" y="135"/>
                    <a:pt x="378" y="216"/>
                    <a:pt x="122" y="257"/>
                  </a:cubicBezTo>
                  <a:lnTo>
                    <a:pt x="122" y="621"/>
                  </a:lnTo>
                  <a:lnTo>
                    <a:pt x="716" y="621"/>
                  </a:lnTo>
                  <a:lnTo>
                    <a:pt x="716" y="2741"/>
                  </a:lnTo>
                  <a:lnTo>
                    <a:pt x="0" y="2741"/>
                  </a:lnTo>
                  <a:lnTo>
                    <a:pt x="0" y="3214"/>
                  </a:lnTo>
                  <a:lnTo>
                    <a:pt x="1931" y="3214"/>
                  </a:lnTo>
                  <a:lnTo>
                    <a:pt x="1931" y="2741"/>
                  </a:lnTo>
                  <a:lnTo>
                    <a:pt x="1296" y="2741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19;p42">
              <a:extLst>
                <a:ext uri="{FF2B5EF4-FFF2-40B4-BE49-F238E27FC236}">
                  <a16:creationId xmlns:a16="http://schemas.microsoft.com/office/drawing/2014/main" id="{1D2877E1-19CA-1132-95B5-031D0579C9DB}"/>
                </a:ext>
              </a:extLst>
            </p:cNvPr>
            <p:cNvSpPr/>
            <p:nvPr/>
          </p:nvSpPr>
          <p:spPr>
            <a:xfrm>
              <a:off x="548300" y="2901525"/>
              <a:ext cx="54700" cy="82050"/>
            </a:xfrm>
            <a:custGeom>
              <a:avLst/>
              <a:gdLst/>
              <a:ahLst/>
              <a:cxnLst/>
              <a:rect l="l" t="t" r="r" b="b"/>
              <a:pathLst>
                <a:path w="2188" h="3282" extrusionOk="0">
                  <a:moveTo>
                    <a:pt x="1027" y="1"/>
                  </a:moveTo>
                  <a:cubicBezTo>
                    <a:pt x="622" y="1"/>
                    <a:pt x="243" y="190"/>
                    <a:pt x="0" y="500"/>
                  </a:cubicBezTo>
                  <a:lnTo>
                    <a:pt x="325" y="824"/>
                  </a:lnTo>
                  <a:cubicBezTo>
                    <a:pt x="473" y="622"/>
                    <a:pt x="703" y="487"/>
                    <a:pt x="946" y="473"/>
                  </a:cubicBezTo>
                  <a:cubicBezTo>
                    <a:pt x="961" y="472"/>
                    <a:pt x="976" y="471"/>
                    <a:pt x="990" y="471"/>
                  </a:cubicBezTo>
                  <a:cubicBezTo>
                    <a:pt x="1280" y="471"/>
                    <a:pt x="1511" y="719"/>
                    <a:pt x="1486" y="1027"/>
                  </a:cubicBezTo>
                  <a:cubicBezTo>
                    <a:pt x="1486" y="1513"/>
                    <a:pt x="919" y="2080"/>
                    <a:pt x="27" y="2944"/>
                  </a:cubicBezTo>
                  <a:lnTo>
                    <a:pt x="27" y="3282"/>
                  </a:lnTo>
                  <a:lnTo>
                    <a:pt x="2188" y="3282"/>
                  </a:lnTo>
                  <a:lnTo>
                    <a:pt x="2188" y="2782"/>
                  </a:lnTo>
                  <a:lnTo>
                    <a:pt x="1405" y="2782"/>
                  </a:lnTo>
                  <a:cubicBezTo>
                    <a:pt x="1256" y="2782"/>
                    <a:pt x="1040" y="2796"/>
                    <a:pt x="865" y="2823"/>
                  </a:cubicBezTo>
                  <a:cubicBezTo>
                    <a:pt x="1513" y="2148"/>
                    <a:pt x="2039" y="1580"/>
                    <a:pt x="2039" y="986"/>
                  </a:cubicBezTo>
                  <a:cubicBezTo>
                    <a:pt x="2039" y="392"/>
                    <a:pt x="1634" y="1"/>
                    <a:pt x="1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20;p42">
              <a:extLst>
                <a:ext uri="{FF2B5EF4-FFF2-40B4-BE49-F238E27FC236}">
                  <a16:creationId xmlns:a16="http://schemas.microsoft.com/office/drawing/2014/main" id="{C7C559CA-A337-E3A6-122D-E69685917619}"/>
                </a:ext>
              </a:extLst>
            </p:cNvPr>
            <p:cNvSpPr/>
            <p:nvPr/>
          </p:nvSpPr>
          <p:spPr>
            <a:xfrm>
              <a:off x="611750" y="2901525"/>
              <a:ext cx="55725" cy="83425"/>
            </a:xfrm>
            <a:custGeom>
              <a:avLst/>
              <a:gdLst/>
              <a:ahLst/>
              <a:cxnLst/>
              <a:rect l="l" t="t" r="r" b="b"/>
              <a:pathLst>
                <a:path w="2229" h="3337" extrusionOk="0">
                  <a:moveTo>
                    <a:pt x="1081" y="1"/>
                  </a:moveTo>
                  <a:cubicBezTo>
                    <a:pt x="716" y="14"/>
                    <a:pt x="365" y="163"/>
                    <a:pt x="109" y="406"/>
                  </a:cubicBezTo>
                  <a:lnTo>
                    <a:pt x="419" y="770"/>
                  </a:lnTo>
                  <a:cubicBezTo>
                    <a:pt x="581" y="595"/>
                    <a:pt x="811" y="473"/>
                    <a:pt x="1054" y="473"/>
                  </a:cubicBezTo>
                  <a:cubicBezTo>
                    <a:pt x="1364" y="473"/>
                    <a:pt x="1526" y="635"/>
                    <a:pt x="1526" y="905"/>
                  </a:cubicBezTo>
                  <a:cubicBezTo>
                    <a:pt x="1526" y="1189"/>
                    <a:pt x="1324" y="1405"/>
                    <a:pt x="689" y="1405"/>
                  </a:cubicBezTo>
                  <a:lnTo>
                    <a:pt x="689" y="1837"/>
                  </a:lnTo>
                  <a:cubicBezTo>
                    <a:pt x="1432" y="1837"/>
                    <a:pt x="1634" y="2040"/>
                    <a:pt x="1634" y="2377"/>
                  </a:cubicBezTo>
                  <a:cubicBezTo>
                    <a:pt x="1634" y="2688"/>
                    <a:pt x="1391" y="2863"/>
                    <a:pt x="1040" y="2863"/>
                  </a:cubicBezTo>
                  <a:cubicBezTo>
                    <a:pt x="757" y="2850"/>
                    <a:pt x="473" y="2728"/>
                    <a:pt x="284" y="2512"/>
                  </a:cubicBezTo>
                  <a:lnTo>
                    <a:pt x="1" y="2890"/>
                  </a:lnTo>
                  <a:cubicBezTo>
                    <a:pt x="273" y="3176"/>
                    <a:pt x="658" y="3336"/>
                    <a:pt x="1047" y="3336"/>
                  </a:cubicBezTo>
                  <a:cubicBezTo>
                    <a:pt x="1063" y="3336"/>
                    <a:pt x="1079" y="3336"/>
                    <a:pt x="1094" y="3336"/>
                  </a:cubicBezTo>
                  <a:cubicBezTo>
                    <a:pt x="1715" y="3336"/>
                    <a:pt x="2228" y="2998"/>
                    <a:pt x="2228" y="2404"/>
                  </a:cubicBezTo>
                  <a:cubicBezTo>
                    <a:pt x="2228" y="2013"/>
                    <a:pt x="1945" y="1675"/>
                    <a:pt x="1553" y="1607"/>
                  </a:cubicBezTo>
                  <a:lnTo>
                    <a:pt x="1553" y="1594"/>
                  </a:lnTo>
                  <a:cubicBezTo>
                    <a:pt x="1904" y="1445"/>
                    <a:pt x="2107" y="1202"/>
                    <a:pt x="2107" y="851"/>
                  </a:cubicBezTo>
                  <a:cubicBezTo>
                    <a:pt x="2107" y="311"/>
                    <a:pt x="1688" y="1"/>
                    <a:pt x="10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21;p42">
              <a:extLst>
                <a:ext uri="{FF2B5EF4-FFF2-40B4-BE49-F238E27FC236}">
                  <a16:creationId xmlns:a16="http://schemas.microsoft.com/office/drawing/2014/main" id="{176AC0AD-6905-99AC-CFFD-9B5BBFE85D05}"/>
                </a:ext>
              </a:extLst>
            </p:cNvPr>
            <p:cNvSpPr/>
            <p:nvPr/>
          </p:nvSpPr>
          <p:spPr>
            <a:xfrm>
              <a:off x="676225" y="2903225"/>
              <a:ext cx="59100" cy="80025"/>
            </a:xfrm>
            <a:custGeom>
              <a:avLst/>
              <a:gdLst/>
              <a:ahLst/>
              <a:cxnLst/>
              <a:rect l="l" t="t" r="r" b="b"/>
              <a:pathLst>
                <a:path w="2364" h="3201" extrusionOk="0">
                  <a:moveTo>
                    <a:pt x="1431" y="527"/>
                  </a:moveTo>
                  <a:cubicBezTo>
                    <a:pt x="1431" y="729"/>
                    <a:pt x="1418" y="1026"/>
                    <a:pt x="1418" y="1202"/>
                  </a:cubicBezTo>
                  <a:lnTo>
                    <a:pt x="1418" y="1931"/>
                  </a:lnTo>
                  <a:lnTo>
                    <a:pt x="567" y="1931"/>
                  </a:lnTo>
                  <a:lnTo>
                    <a:pt x="1148" y="1040"/>
                  </a:lnTo>
                  <a:cubicBezTo>
                    <a:pt x="1242" y="864"/>
                    <a:pt x="1337" y="702"/>
                    <a:pt x="1418" y="527"/>
                  </a:cubicBezTo>
                  <a:close/>
                  <a:moveTo>
                    <a:pt x="1269" y="0"/>
                  </a:moveTo>
                  <a:lnTo>
                    <a:pt x="0" y="1985"/>
                  </a:lnTo>
                  <a:lnTo>
                    <a:pt x="0" y="2377"/>
                  </a:lnTo>
                  <a:lnTo>
                    <a:pt x="1418" y="2377"/>
                  </a:lnTo>
                  <a:lnTo>
                    <a:pt x="1418" y="3200"/>
                  </a:lnTo>
                  <a:lnTo>
                    <a:pt x="1958" y="3200"/>
                  </a:lnTo>
                  <a:lnTo>
                    <a:pt x="1958" y="2377"/>
                  </a:lnTo>
                  <a:lnTo>
                    <a:pt x="2363" y="2377"/>
                  </a:lnTo>
                  <a:lnTo>
                    <a:pt x="2363" y="1931"/>
                  </a:lnTo>
                  <a:lnTo>
                    <a:pt x="1958" y="1931"/>
                  </a:lnTo>
                  <a:lnTo>
                    <a:pt x="19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22;p42">
              <a:extLst>
                <a:ext uri="{FF2B5EF4-FFF2-40B4-BE49-F238E27FC236}">
                  <a16:creationId xmlns:a16="http://schemas.microsoft.com/office/drawing/2014/main" id="{1194D503-048A-D6CC-4611-8D57645C2344}"/>
                </a:ext>
              </a:extLst>
            </p:cNvPr>
            <p:cNvSpPr/>
            <p:nvPr/>
          </p:nvSpPr>
          <p:spPr>
            <a:xfrm>
              <a:off x="371425" y="31425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59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69"/>
                    <a:pt x="4902" y="3929"/>
                  </a:cubicBezTo>
                  <a:lnTo>
                    <a:pt x="4902" y="959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23;p42">
              <a:extLst>
                <a:ext uri="{FF2B5EF4-FFF2-40B4-BE49-F238E27FC236}">
                  <a16:creationId xmlns:a16="http://schemas.microsoft.com/office/drawing/2014/main" id="{F289C709-9F0C-12A1-9815-C6040EE9EBCF}"/>
                </a:ext>
              </a:extLst>
            </p:cNvPr>
            <p:cNvSpPr/>
            <p:nvPr/>
          </p:nvSpPr>
          <p:spPr>
            <a:xfrm>
              <a:off x="557075" y="3142525"/>
              <a:ext cx="122200" cy="122200"/>
            </a:xfrm>
            <a:custGeom>
              <a:avLst/>
              <a:gdLst/>
              <a:ahLst/>
              <a:cxnLst/>
              <a:rect l="l" t="t" r="r" b="b"/>
              <a:pathLst>
                <a:path w="4888" h="4888" extrusionOk="0">
                  <a:moveTo>
                    <a:pt x="959" y="1"/>
                  </a:moveTo>
                  <a:cubicBezTo>
                    <a:pt x="419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69"/>
                    <a:pt x="4888" y="3929"/>
                  </a:cubicBezTo>
                  <a:lnTo>
                    <a:pt x="4888" y="959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24;p42">
              <a:extLst>
                <a:ext uri="{FF2B5EF4-FFF2-40B4-BE49-F238E27FC236}">
                  <a16:creationId xmlns:a16="http://schemas.microsoft.com/office/drawing/2014/main" id="{12FDC6D5-7C02-A512-C4E0-618E523D572D}"/>
                </a:ext>
              </a:extLst>
            </p:cNvPr>
            <p:cNvSpPr/>
            <p:nvPr/>
          </p:nvSpPr>
          <p:spPr>
            <a:xfrm>
              <a:off x="742375" y="31425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73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69"/>
                    <a:pt x="4901" y="3929"/>
                  </a:cubicBezTo>
                  <a:lnTo>
                    <a:pt x="4901" y="959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25;p42">
              <a:extLst>
                <a:ext uri="{FF2B5EF4-FFF2-40B4-BE49-F238E27FC236}">
                  <a16:creationId xmlns:a16="http://schemas.microsoft.com/office/drawing/2014/main" id="{14684390-B4D8-29B2-FA11-0D315439F3F5}"/>
                </a:ext>
              </a:extLst>
            </p:cNvPr>
            <p:cNvSpPr/>
            <p:nvPr/>
          </p:nvSpPr>
          <p:spPr>
            <a:xfrm>
              <a:off x="371425" y="33366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59" y="1"/>
                  </a:moveTo>
                  <a:cubicBezTo>
                    <a:pt x="433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33" y="4901"/>
                    <a:pt x="959" y="4901"/>
                  </a:cubicBezTo>
                  <a:lnTo>
                    <a:pt x="3930" y="4901"/>
                  </a:lnTo>
                  <a:cubicBezTo>
                    <a:pt x="4470" y="4901"/>
                    <a:pt x="4902" y="4469"/>
                    <a:pt x="4902" y="3943"/>
                  </a:cubicBezTo>
                  <a:lnTo>
                    <a:pt x="4902" y="973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26;p42">
              <a:extLst>
                <a:ext uri="{FF2B5EF4-FFF2-40B4-BE49-F238E27FC236}">
                  <a16:creationId xmlns:a16="http://schemas.microsoft.com/office/drawing/2014/main" id="{CE821B7B-E40A-525E-BF8D-660CC088FEE2}"/>
                </a:ext>
              </a:extLst>
            </p:cNvPr>
            <p:cNvSpPr/>
            <p:nvPr/>
          </p:nvSpPr>
          <p:spPr>
            <a:xfrm>
              <a:off x="557075" y="3336600"/>
              <a:ext cx="122200" cy="122550"/>
            </a:xfrm>
            <a:custGeom>
              <a:avLst/>
              <a:gdLst/>
              <a:ahLst/>
              <a:cxnLst/>
              <a:rect l="l" t="t" r="r" b="b"/>
              <a:pathLst>
                <a:path w="4888" h="4902" extrusionOk="0">
                  <a:moveTo>
                    <a:pt x="959" y="1"/>
                  </a:moveTo>
                  <a:cubicBezTo>
                    <a:pt x="419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19" y="4901"/>
                    <a:pt x="959" y="4901"/>
                  </a:cubicBezTo>
                  <a:lnTo>
                    <a:pt x="3929" y="4901"/>
                  </a:lnTo>
                  <a:cubicBezTo>
                    <a:pt x="4456" y="4901"/>
                    <a:pt x="4888" y="4469"/>
                    <a:pt x="4888" y="3943"/>
                  </a:cubicBezTo>
                  <a:lnTo>
                    <a:pt x="4888" y="973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27;p42">
              <a:extLst>
                <a:ext uri="{FF2B5EF4-FFF2-40B4-BE49-F238E27FC236}">
                  <a16:creationId xmlns:a16="http://schemas.microsoft.com/office/drawing/2014/main" id="{232BBBC7-CEB4-40A2-313B-8FB2564208D2}"/>
                </a:ext>
              </a:extLst>
            </p:cNvPr>
            <p:cNvSpPr/>
            <p:nvPr/>
          </p:nvSpPr>
          <p:spPr>
            <a:xfrm>
              <a:off x="742375" y="33366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73" y="1"/>
                  </a:moveTo>
                  <a:cubicBezTo>
                    <a:pt x="433" y="1"/>
                    <a:pt x="1" y="433"/>
                    <a:pt x="1" y="973"/>
                  </a:cubicBezTo>
                  <a:lnTo>
                    <a:pt x="1" y="3943"/>
                  </a:lnTo>
                  <a:cubicBezTo>
                    <a:pt x="1" y="4469"/>
                    <a:pt x="433" y="4901"/>
                    <a:pt x="973" y="4901"/>
                  </a:cubicBezTo>
                  <a:lnTo>
                    <a:pt x="3929" y="4901"/>
                  </a:lnTo>
                  <a:cubicBezTo>
                    <a:pt x="4469" y="4901"/>
                    <a:pt x="4901" y="4469"/>
                    <a:pt x="4901" y="3943"/>
                  </a:cubicBezTo>
                  <a:lnTo>
                    <a:pt x="4901" y="973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28;p42">
              <a:extLst>
                <a:ext uri="{FF2B5EF4-FFF2-40B4-BE49-F238E27FC236}">
                  <a16:creationId xmlns:a16="http://schemas.microsoft.com/office/drawing/2014/main" id="{06ED94F3-CC57-E595-F573-B077C1EFBCBA}"/>
                </a:ext>
              </a:extLst>
            </p:cNvPr>
            <p:cNvSpPr/>
            <p:nvPr/>
          </p:nvSpPr>
          <p:spPr>
            <a:xfrm>
              <a:off x="371425" y="35310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59" y="0"/>
                  </a:moveTo>
                  <a:cubicBezTo>
                    <a:pt x="433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69"/>
                    <a:pt x="4902" y="3929"/>
                  </a:cubicBezTo>
                  <a:lnTo>
                    <a:pt x="4902" y="959"/>
                  </a:lnTo>
                  <a:cubicBezTo>
                    <a:pt x="4902" y="432"/>
                    <a:pt x="4470" y="0"/>
                    <a:pt x="3930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29;p42">
              <a:extLst>
                <a:ext uri="{FF2B5EF4-FFF2-40B4-BE49-F238E27FC236}">
                  <a16:creationId xmlns:a16="http://schemas.microsoft.com/office/drawing/2014/main" id="{0589BC3D-6FB7-DE3F-0C6D-829BA03EF4DC}"/>
                </a:ext>
              </a:extLst>
            </p:cNvPr>
            <p:cNvSpPr/>
            <p:nvPr/>
          </p:nvSpPr>
          <p:spPr>
            <a:xfrm>
              <a:off x="557075" y="3531025"/>
              <a:ext cx="122200" cy="122200"/>
            </a:xfrm>
            <a:custGeom>
              <a:avLst/>
              <a:gdLst/>
              <a:ahLst/>
              <a:cxnLst/>
              <a:rect l="l" t="t" r="r" b="b"/>
              <a:pathLst>
                <a:path w="4888" h="4888" extrusionOk="0">
                  <a:moveTo>
                    <a:pt x="959" y="0"/>
                  </a:moveTo>
                  <a:cubicBezTo>
                    <a:pt x="419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69"/>
                    <a:pt x="4888" y="3929"/>
                  </a:cubicBezTo>
                  <a:lnTo>
                    <a:pt x="4888" y="959"/>
                  </a:lnTo>
                  <a:cubicBezTo>
                    <a:pt x="4888" y="432"/>
                    <a:pt x="4456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30;p42">
              <a:extLst>
                <a:ext uri="{FF2B5EF4-FFF2-40B4-BE49-F238E27FC236}">
                  <a16:creationId xmlns:a16="http://schemas.microsoft.com/office/drawing/2014/main" id="{FAE1399A-5D80-05F7-3DE4-D1D773141F2B}"/>
                </a:ext>
              </a:extLst>
            </p:cNvPr>
            <p:cNvSpPr/>
            <p:nvPr/>
          </p:nvSpPr>
          <p:spPr>
            <a:xfrm>
              <a:off x="742375" y="3531025"/>
              <a:ext cx="122550" cy="122200"/>
            </a:xfrm>
            <a:custGeom>
              <a:avLst/>
              <a:gdLst/>
              <a:ahLst/>
              <a:cxnLst/>
              <a:rect l="l" t="t" r="r" b="b"/>
              <a:pathLst>
                <a:path w="4902" h="4888" extrusionOk="0">
                  <a:moveTo>
                    <a:pt x="973" y="0"/>
                  </a:moveTo>
                  <a:cubicBezTo>
                    <a:pt x="433" y="0"/>
                    <a:pt x="1" y="432"/>
                    <a:pt x="1" y="959"/>
                  </a:cubicBezTo>
                  <a:lnTo>
                    <a:pt x="1" y="3929"/>
                  </a:lnTo>
                  <a:cubicBezTo>
                    <a:pt x="1" y="4469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69"/>
                    <a:pt x="4901" y="3929"/>
                  </a:cubicBezTo>
                  <a:lnTo>
                    <a:pt x="4901" y="959"/>
                  </a:lnTo>
                  <a:cubicBezTo>
                    <a:pt x="4901" y="432"/>
                    <a:pt x="4469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31;p42">
              <a:extLst>
                <a:ext uri="{FF2B5EF4-FFF2-40B4-BE49-F238E27FC236}">
                  <a16:creationId xmlns:a16="http://schemas.microsoft.com/office/drawing/2014/main" id="{C85DAEB5-9731-0255-8C67-4421A40B8AEB}"/>
                </a:ext>
              </a:extLst>
            </p:cNvPr>
            <p:cNvSpPr/>
            <p:nvPr/>
          </p:nvSpPr>
          <p:spPr>
            <a:xfrm>
              <a:off x="371425" y="37251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59" y="0"/>
                  </a:moveTo>
                  <a:cubicBezTo>
                    <a:pt x="433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33" y="4901"/>
                    <a:pt x="959" y="4901"/>
                  </a:cubicBezTo>
                  <a:lnTo>
                    <a:pt x="3930" y="4901"/>
                  </a:lnTo>
                  <a:cubicBezTo>
                    <a:pt x="4470" y="4901"/>
                    <a:pt x="4902" y="4469"/>
                    <a:pt x="4902" y="3929"/>
                  </a:cubicBezTo>
                  <a:lnTo>
                    <a:pt x="4902" y="972"/>
                  </a:lnTo>
                  <a:cubicBezTo>
                    <a:pt x="4902" y="432"/>
                    <a:pt x="4470" y="0"/>
                    <a:pt x="3930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32;p42">
              <a:extLst>
                <a:ext uri="{FF2B5EF4-FFF2-40B4-BE49-F238E27FC236}">
                  <a16:creationId xmlns:a16="http://schemas.microsoft.com/office/drawing/2014/main" id="{F5A9A66A-ED93-5FB7-6E33-452BA32A562C}"/>
                </a:ext>
              </a:extLst>
            </p:cNvPr>
            <p:cNvSpPr/>
            <p:nvPr/>
          </p:nvSpPr>
          <p:spPr>
            <a:xfrm>
              <a:off x="557075" y="3725100"/>
              <a:ext cx="122200" cy="122550"/>
            </a:xfrm>
            <a:custGeom>
              <a:avLst/>
              <a:gdLst/>
              <a:ahLst/>
              <a:cxnLst/>
              <a:rect l="l" t="t" r="r" b="b"/>
              <a:pathLst>
                <a:path w="4888" h="4902" extrusionOk="0">
                  <a:moveTo>
                    <a:pt x="959" y="0"/>
                  </a:moveTo>
                  <a:cubicBezTo>
                    <a:pt x="419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19" y="4901"/>
                    <a:pt x="959" y="4901"/>
                  </a:cubicBezTo>
                  <a:lnTo>
                    <a:pt x="3929" y="4901"/>
                  </a:lnTo>
                  <a:cubicBezTo>
                    <a:pt x="4456" y="4901"/>
                    <a:pt x="4888" y="4469"/>
                    <a:pt x="4888" y="3929"/>
                  </a:cubicBezTo>
                  <a:lnTo>
                    <a:pt x="4888" y="972"/>
                  </a:lnTo>
                  <a:cubicBezTo>
                    <a:pt x="4888" y="432"/>
                    <a:pt x="4456" y="0"/>
                    <a:pt x="3929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33;p42">
              <a:extLst>
                <a:ext uri="{FF2B5EF4-FFF2-40B4-BE49-F238E27FC236}">
                  <a16:creationId xmlns:a16="http://schemas.microsoft.com/office/drawing/2014/main" id="{061335D6-79D6-3076-580C-E7319F47EAAC}"/>
                </a:ext>
              </a:extLst>
            </p:cNvPr>
            <p:cNvSpPr/>
            <p:nvPr/>
          </p:nvSpPr>
          <p:spPr>
            <a:xfrm>
              <a:off x="742375" y="3725100"/>
              <a:ext cx="122550" cy="122550"/>
            </a:xfrm>
            <a:custGeom>
              <a:avLst/>
              <a:gdLst/>
              <a:ahLst/>
              <a:cxnLst/>
              <a:rect l="l" t="t" r="r" b="b"/>
              <a:pathLst>
                <a:path w="4902" h="4902" extrusionOk="0">
                  <a:moveTo>
                    <a:pt x="973" y="0"/>
                  </a:moveTo>
                  <a:cubicBezTo>
                    <a:pt x="433" y="0"/>
                    <a:pt x="1" y="432"/>
                    <a:pt x="1" y="972"/>
                  </a:cubicBezTo>
                  <a:lnTo>
                    <a:pt x="1" y="3929"/>
                  </a:lnTo>
                  <a:cubicBezTo>
                    <a:pt x="1" y="4469"/>
                    <a:pt x="433" y="4901"/>
                    <a:pt x="973" y="4901"/>
                  </a:cubicBezTo>
                  <a:lnTo>
                    <a:pt x="3929" y="4901"/>
                  </a:lnTo>
                  <a:cubicBezTo>
                    <a:pt x="4469" y="4901"/>
                    <a:pt x="4901" y="4469"/>
                    <a:pt x="4901" y="3929"/>
                  </a:cubicBezTo>
                  <a:lnTo>
                    <a:pt x="4901" y="972"/>
                  </a:lnTo>
                  <a:cubicBezTo>
                    <a:pt x="4901" y="432"/>
                    <a:pt x="4469" y="0"/>
                    <a:pt x="39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34;p42">
              <a:extLst>
                <a:ext uri="{FF2B5EF4-FFF2-40B4-BE49-F238E27FC236}">
                  <a16:creationId xmlns:a16="http://schemas.microsoft.com/office/drawing/2014/main" id="{27D8B42B-4BFD-B8B8-D03F-2D324DE6C4D6}"/>
                </a:ext>
              </a:extLst>
            </p:cNvPr>
            <p:cNvSpPr/>
            <p:nvPr/>
          </p:nvSpPr>
          <p:spPr>
            <a:xfrm>
              <a:off x="371425" y="3919500"/>
              <a:ext cx="122550" cy="122225"/>
            </a:xfrm>
            <a:custGeom>
              <a:avLst/>
              <a:gdLst/>
              <a:ahLst/>
              <a:cxnLst/>
              <a:rect l="l" t="t" r="r" b="b"/>
              <a:pathLst>
                <a:path w="4902" h="4889" extrusionOk="0">
                  <a:moveTo>
                    <a:pt x="959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33" y="4888"/>
                    <a:pt x="959" y="4888"/>
                  </a:cubicBezTo>
                  <a:lnTo>
                    <a:pt x="3930" y="4888"/>
                  </a:lnTo>
                  <a:cubicBezTo>
                    <a:pt x="4470" y="4888"/>
                    <a:pt x="4902" y="4456"/>
                    <a:pt x="4902" y="3930"/>
                  </a:cubicBezTo>
                  <a:lnTo>
                    <a:pt x="4902" y="959"/>
                  </a:lnTo>
                  <a:cubicBezTo>
                    <a:pt x="4902" y="433"/>
                    <a:pt x="4470" y="1"/>
                    <a:pt x="3930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35;p42">
              <a:extLst>
                <a:ext uri="{FF2B5EF4-FFF2-40B4-BE49-F238E27FC236}">
                  <a16:creationId xmlns:a16="http://schemas.microsoft.com/office/drawing/2014/main" id="{802758C3-6B0E-5255-D58E-6ECE13BAD3D9}"/>
                </a:ext>
              </a:extLst>
            </p:cNvPr>
            <p:cNvSpPr/>
            <p:nvPr/>
          </p:nvSpPr>
          <p:spPr>
            <a:xfrm>
              <a:off x="557075" y="3919500"/>
              <a:ext cx="122200" cy="122225"/>
            </a:xfrm>
            <a:custGeom>
              <a:avLst/>
              <a:gdLst/>
              <a:ahLst/>
              <a:cxnLst/>
              <a:rect l="l" t="t" r="r" b="b"/>
              <a:pathLst>
                <a:path w="4888" h="4889" extrusionOk="0">
                  <a:moveTo>
                    <a:pt x="959" y="1"/>
                  </a:moveTo>
                  <a:cubicBezTo>
                    <a:pt x="419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19" y="4888"/>
                    <a:pt x="959" y="4888"/>
                  </a:cubicBezTo>
                  <a:lnTo>
                    <a:pt x="3929" y="4888"/>
                  </a:lnTo>
                  <a:cubicBezTo>
                    <a:pt x="4456" y="4888"/>
                    <a:pt x="4888" y="4456"/>
                    <a:pt x="4888" y="3930"/>
                  </a:cubicBezTo>
                  <a:lnTo>
                    <a:pt x="4888" y="959"/>
                  </a:lnTo>
                  <a:cubicBezTo>
                    <a:pt x="4888" y="433"/>
                    <a:pt x="4456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36;p42">
              <a:extLst>
                <a:ext uri="{FF2B5EF4-FFF2-40B4-BE49-F238E27FC236}">
                  <a16:creationId xmlns:a16="http://schemas.microsoft.com/office/drawing/2014/main" id="{F2E99987-1FBF-8B95-FFB9-3092ABA58FB8}"/>
                </a:ext>
              </a:extLst>
            </p:cNvPr>
            <p:cNvSpPr/>
            <p:nvPr/>
          </p:nvSpPr>
          <p:spPr>
            <a:xfrm>
              <a:off x="742375" y="3919500"/>
              <a:ext cx="122550" cy="122225"/>
            </a:xfrm>
            <a:custGeom>
              <a:avLst/>
              <a:gdLst/>
              <a:ahLst/>
              <a:cxnLst/>
              <a:rect l="l" t="t" r="r" b="b"/>
              <a:pathLst>
                <a:path w="4902" h="4889" extrusionOk="0">
                  <a:moveTo>
                    <a:pt x="973" y="1"/>
                  </a:moveTo>
                  <a:cubicBezTo>
                    <a:pt x="433" y="1"/>
                    <a:pt x="1" y="433"/>
                    <a:pt x="1" y="959"/>
                  </a:cubicBezTo>
                  <a:lnTo>
                    <a:pt x="1" y="3930"/>
                  </a:lnTo>
                  <a:cubicBezTo>
                    <a:pt x="1" y="4456"/>
                    <a:pt x="433" y="4888"/>
                    <a:pt x="973" y="4888"/>
                  </a:cubicBezTo>
                  <a:lnTo>
                    <a:pt x="3929" y="4888"/>
                  </a:lnTo>
                  <a:cubicBezTo>
                    <a:pt x="4469" y="4888"/>
                    <a:pt x="4901" y="4456"/>
                    <a:pt x="4901" y="3930"/>
                  </a:cubicBezTo>
                  <a:lnTo>
                    <a:pt x="4901" y="959"/>
                  </a:lnTo>
                  <a:cubicBezTo>
                    <a:pt x="4901" y="433"/>
                    <a:pt x="4469" y="1"/>
                    <a:pt x="3929" y="1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37;p42">
              <a:extLst>
                <a:ext uri="{FF2B5EF4-FFF2-40B4-BE49-F238E27FC236}">
                  <a16:creationId xmlns:a16="http://schemas.microsoft.com/office/drawing/2014/main" id="{938335D1-2EA8-409D-C8B7-6DDA4BA5E4CB}"/>
                </a:ext>
              </a:extLst>
            </p:cNvPr>
            <p:cNvSpPr/>
            <p:nvPr/>
          </p:nvSpPr>
          <p:spPr>
            <a:xfrm>
              <a:off x="510825" y="4275600"/>
              <a:ext cx="214375" cy="60775"/>
            </a:xfrm>
            <a:custGeom>
              <a:avLst/>
              <a:gdLst/>
              <a:ahLst/>
              <a:cxnLst/>
              <a:rect l="l" t="t" r="r" b="b"/>
              <a:pathLst>
                <a:path w="8575" h="2431" extrusionOk="0">
                  <a:moveTo>
                    <a:pt x="1216" y="0"/>
                  </a:moveTo>
                  <a:cubicBezTo>
                    <a:pt x="541" y="0"/>
                    <a:pt x="1" y="540"/>
                    <a:pt x="1" y="1215"/>
                  </a:cubicBezTo>
                  <a:cubicBezTo>
                    <a:pt x="1" y="1877"/>
                    <a:pt x="541" y="2417"/>
                    <a:pt x="1216" y="2431"/>
                  </a:cubicBezTo>
                  <a:lnTo>
                    <a:pt x="7372" y="2431"/>
                  </a:lnTo>
                  <a:cubicBezTo>
                    <a:pt x="8034" y="2431"/>
                    <a:pt x="8574" y="1877"/>
                    <a:pt x="8574" y="1215"/>
                  </a:cubicBezTo>
                  <a:cubicBezTo>
                    <a:pt x="8574" y="540"/>
                    <a:pt x="8034" y="0"/>
                    <a:pt x="7372" y="0"/>
                  </a:cubicBezTo>
                  <a:close/>
                </a:path>
              </a:pathLst>
            </a:custGeom>
            <a:solidFill>
              <a:srgbClr val="FE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lt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1"/>
          <p:cNvSpPr txBox="1">
            <a:spLocks noGrp="1"/>
          </p:cNvSpPr>
          <p:nvPr>
            <p:ph type="title"/>
          </p:nvPr>
        </p:nvSpPr>
        <p:spPr>
          <a:xfrm>
            <a:off x="1003434" y="1366265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</a:t>
            </a:r>
            <a:endParaRPr dirty="0"/>
          </a:p>
        </p:txBody>
      </p:sp>
      <p:grpSp>
        <p:nvGrpSpPr>
          <p:cNvPr id="836" name="Google Shape;836;p51"/>
          <p:cNvGrpSpPr/>
          <p:nvPr/>
        </p:nvGrpSpPr>
        <p:grpSpPr>
          <a:xfrm>
            <a:off x="1389500" y="-490500"/>
            <a:ext cx="847650" cy="219000"/>
            <a:chOff x="8006950" y="147675"/>
            <a:chExt cx="847650" cy="219000"/>
          </a:xfrm>
        </p:grpSpPr>
        <p:sp>
          <p:nvSpPr>
            <p:cNvPr id="837" name="Google Shape;837;p51"/>
            <p:cNvSpPr/>
            <p:nvPr/>
          </p:nvSpPr>
          <p:spPr>
            <a:xfrm>
              <a:off x="8006950" y="147675"/>
              <a:ext cx="219000" cy="219000"/>
            </a:xfrm>
            <a:prstGeom prst="mathMultiply">
              <a:avLst>
                <a:gd name="adj1" fmla="val 1621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1"/>
            <p:cNvSpPr/>
            <p:nvPr/>
          </p:nvSpPr>
          <p:spPr>
            <a:xfrm>
              <a:off x="8321275" y="147675"/>
              <a:ext cx="219000" cy="219000"/>
            </a:xfrm>
            <a:prstGeom prst="mathMultiply">
              <a:avLst>
                <a:gd name="adj1" fmla="val 1621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8635600" y="147675"/>
              <a:ext cx="219000" cy="219000"/>
            </a:xfrm>
            <a:prstGeom prst="mathMultiply">
              <a:avLst>
                <a:gd name="adj1" fmla="val 1621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0" name="Google Shape;840;p51"/>
          <p:cNvGrpSpPr/>
          <p:nvPr/>
        </p:nvGrpSpPr>
        <p:grpSpPr>
          <a:xfrm>
            <a:off x="7073350" y="-709500"/>
            <a:ext cx="847650" cy="219000"/>
            <a:chOff x="8006950" y="147675"/>
            <a:chExt cx="847650" cy="219000"/>
          </a:xfrm>
        </p:grpSpPr>
        <p:sp>
          <p:nvSpPr>
            <p:cNvPr id="841" name="Google Shape;841;p51"/>
            <p:cNvSpPr/>
            <p:nvPr/>
          </p:nvSpPr>
          <p:spPr>
            <a:xfrm>
              <a:off x="8006950" y="147675"/>
              <a:ext cx="219000" cy="219000"/>
            </a:xfrm>
            <a:prstGeom prst="mathMultiply">
              <a:avLst>
                <a:gd name="adj1" fmla="val 1621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1"/>
            <p:cNvSpPr/>
            <p:nvPr/>
          </p:nvSpPr>
          <p:spPr>
            <a:xfrm>
              <a:off x="8321275" y="147675"/>
              <a:ext cx="219000" cy="219000"/>
            </a:xfrm>
            <a:prstGeom prst="mathMultiply">
              <a:avLst>
                <a:gd name="adj1" fmla="val 1621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1"/>
            <p:cNvSpPr/>
            <p:nvPr/>
          </p:nvSpPr>
          <p:spPr>
            <a:xfrm>
              <a:off x="8635600" y="147675"/>
              <a:ext cx="219000" cy="219000"/>
            </a:xfrm>
            <a:prstGeom prst="mathMultiply">
              <a:avLst>
                <a:gd name="adj1" fmla="val 1621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4" name="Google Shape;844;p51"/>
          <p:cNvSpPr/>
          <p:nvPr/>
        </p:nvSpPr>
        <p:spPr>
          <a:xfrm>
            <a:off x="4977650" y="-114225"/>
            <a:ext cx="4433100" cy="5257800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4" name="Google Shape;874;p51"/>
          <p:cNvGrpSpPr/>
          <p:nvPr/>
        </p:nvGrpSpPr>
        <p:grpSpPr>
          <a:xfrm rot="5400000">
            <a:off x="2437950" y="3949525"/>
            <a:ext cx="124200" cy="525800"/>
            <a:chOff x="202025" y="2122800"/>
            <a:chExt cx="124200" cy="525800"/>
          </a:xfrm>
        </p:grpSpPr>
        <p:sp>
          <p:nvSpPr>
            <p:cNvPr id="875" name="Google Shape;875;p51"/>
            <p:cNvSpPr/>
            <p:nvPr/>
          </p:nvSpPr>
          <p:spPr>
            <a:xfrm rot="5400000">
              <a:off x="202025" y="21228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51"/>
            <p:cNvSpPr/>
            <p:nvPr/>
          </p:nvSpPr>
          <p:spPr>
            <a:xfrm rot="5400000">
              <a:off x="202025" y="23236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1"/>
            <p:cNvSpPr/>
            <p:nvPr/>
          </p:nvSpPr>
          <p:spPr>
            <a:xfrm rot="5400000">
              <a:off x="202025" y="2524400"/>
              <a:ext cx="124200" cy="124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2057F226-51FA-614F-FBED-99E399FA010E}"/>
              </a:ext>
            </a:extLst>
          </p:cNvPr>
          <p:cNvSpPr txBox="1"/>
          <p:nvPr/>
        </p:nvSpPr>
        <p:spPr>
          <a:xfrm>
            <a:off x="5606128" y="3950091"/>
            <a:ext cx="306551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1800" b="1" i="0" u="none" strike="noStrike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Adolfo Alarcón Martínez</a:t>
            </a:r>
            <a:endParaRPr lang="es-ES" b="1" dirty="0">
              <a:effectLst/>
              <a:latin typeface="Quicksand" panose="020B060402020202020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1800" b="1" i="0" u="none" strike="noStrike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Pablo </a:t>
            </a:r>
            <a:r>
              <a:rPr lang="es-ES" sz="1800" b="1" i="0" u="none" strike="noStrike" dirty="0" err="1">
                <a:solidFill>
                  <a:srgbClr val="000000"/>
                </a:solidFill>
                <a:effectLst/>
                <a:latin typeface="Quicksand" panose="020B0604020202020204" charset="0"/>
              </a:rPr>
              <a:t>Galarón</a:t>
            </a:r>
            <a:r>
              <a:rPr lang="es-ES" sz="1800" b="1" i="0" u="none" strike="noStrike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 Mateo</a:t>
            </a:r>
            <a:endParaRPr lang="es-ES" b="1" dirty="0">
              <a:effectLst/>
              <a:latin typeface="Quicksand" panose="020B060402020202020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ES" sz="1800" b="1" i="0" u="none" strike="noStrike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Raúl Palomo Mazo</a:t>
            </a:r>
            <a:endParaRPr lang="es-ES" b="1" dirty="0">
              <a:effectLst/>
              <a:latin typeface="Quicksand" panose="020B0604020202020204" charset="0"/>
            </a:endParaRPr>
          </a:p>
          <a:p>
            <a:br>
              <a:rPr lang="es-ES" dirty="0"/>
            </a:br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ll Phone Evolution by Slidesgo">
  <a:themeElements>
    <a:clrScheme name="Simple Light">
      <a:dk1>
        <a:srgbClr val="434343"/>
      </a:dk1>
      <a:lt1>
        <a:srgbClr val="EDD8BB"/>
      </a:lt1>
      <a:dk2>
        <a:srgbClr val="FEF7E1"/>
      </a:dk2>
      <a:lt2>
        <a:srgbClr val="EF8E7D"/>
      </a:lt2>
      <a:accent1>
        <a:srgbClr val="E2AA87"/>
      </a:accent1>
      <a:accent2>
        <a:srgbClr val="D0E0E3"/>
      </a:accent2>
      <a:accent3>
        <a:srgbClr val="A2D3C7"/>
      </a:accent3>
      <a:accent4>
        <a:srgbClr val="073763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232</Words>
  <Application>Microsoft Office PowerPoint</Application>
  <PresentationFormat>Presentación en pantalla (16:9)</PresentationFormat>
  <Paragraphs>75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Bebas Neue</vt:lpstr>
      <vt:lpstr>Quicksand</vt:lpstr>
      <vt:lpstr>Signika</vt:lpstr>
      <vt:lpstr>Nunito Light</vt:lpstr>
      <vt:lpstr>Cell Phone Evolution by Slidesgo</vt:lpstr>
      <vt:lpstr>Evolución del uso del teléfono fijo en los hogares españoles  </vt:lpstr>
      <vt:lpstr>Tabla de contenidos</vt:lpstr>
      <vt:lpstr>Introducción</vt:lpstr>
      <vt:lpstr>Encuesta</vt:lpstr>
      <vt:lpstr>Base de datos</vt:lpstr>
      <vt:lpstr>Presentación de PowerPoint</vt:lpstr>
      <vt:lpstr>The slide title goes here!</vt:lpstr>
      <vt:lpstr>Presentación de PowerPoint</vt:lpstr>
      <vt:lpstr>Presentación de PowerPoint</vt:lpstr>
      <vt:lpstr>Presentación de PowerPoint</vt:lpstr>
      <vt:lpstr>Regresión Año-Uso</vt:lpstr>
      <vt:lpstr>Regresión Tamaño-Uso</vt:lpstr>
      <vt:lpstr>Conclusiones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Evolución del uso del teléfono fijo en los hogares españoles durante los últimos 18 años.</dc:title>
  <dc:creator>Pablo Galaron</dc:creator>
  <cp:lastModifiedBy>PABLO GALARÓN MATEO</cp:lastModifiedBy>
  <cp:revision>6</cp:revision>
  <dcterms:modified xsi:type="dcterms:W3CDTF">2024-03-17T23:59:16Z</dcterms:modified>
</cp:coreProperties>
</file>